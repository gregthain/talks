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7" r:id="rId2"/>
    <p:sldId id="342" r:id="rId3"/>
    <p:sldId id="376" r:id="rId4"/>
    <p:sldId id="312" r:id="rId5"/>
    <p:sldId id="339" r:id="rId6"/>
    <p:sldId id="343" r:id="rId7"/>
    <p:sldId id="344" r:id="rId8"/>
    <p:sldId id="345" r:id="rId9"/>
    <p:sldId id="346" r:id="rId10"/>
    <p:sldId id="347" r:id="rId11"/>
    <p:sldId id="354" r:id="rId12"/>
    <p:sldId id="355" r:id="rId13"/>
    <p:sldId id="356" r:id="rId14"/>
    <p:sldId id="349" r:id="rId15"/>
    <p:sldId id="348" r:id="rId16"/>
    <p:sldId id="364" r:id="rId17"/>
    <p:sldId id="365" r:id="rId18"/>
    <p:sldId id="351" r:id="rId19"/>
    <p:sldId id="352" r:id="rId20"/>
    <p:sldId id="357" r:id="rId21"/>
    <p:sldId id="350" r:id="rId22"/>
    <p:sldId id="353" r:id="rId23"/>
    <p:sldId id="358" r:id="rId24"/>
    <p:sldId id="359" r:id="rId25"/>
    <p:sldId id="360" r:id="rId26"/>
    <p:sldId id="361" r:id="rId27"/>
    <p:sldId id="362" r:id="rId28"/>
    <p:sldId id="363" r:id="rId29"/>
    <p:sldId id="366" r:id="rId30"/>
    <p:sldId id="374" r:id="rId31"/>
    <p:sldId id="375" r:id="rId32"/>
    <p:sldId id="367" r:id="rId33"/>
    <p:sldId id="368" r:id="rId34"/>
    <p:sldId id="369" r:id="rId35"/>
    <p:sldId id="371" r:id="rId36"/>
    <p:sldId id="372" r:id="rId37"/>
    <p:sldId id="373" r:id="rId38"/>
    <p:sldId id="340" r:id="rId39"/>
    <p:sldId id="341" r:id="rId40"/>
    <p:sldId id="370" r:id="rId41"/>
    <p:sldId id="30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742"/>
    <a:srgbClr val="1B78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A8AFB5-992D-403D-8DD1-B919C4CC0BFD}" v="207" dt="2026-10-01T03:02:26.9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73" autoAdjust="0"/>
    <p:restoredTop sz="86283" autoAdjust="0"/>
  </p:normalViewPr>
  <p:slideViewPr>
    <p:cSldViewPr snapToGrid="0">
      <p:cViewPr varScale="1">
        <p:scale>
          <a:sx n="69" d="100"/>
          <a:sy n="69" d="100"/>
        </p:scale>
        <p:origin x="1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Thain" userId="fb6a94ea1b602659" providerId="LiveId" clId="{E0EF8A8E-7408-4B9C-9CC5-1E272D9DB46C}"/>
    <pc:docChg chg="undo custSel addSld delSld modSld sldOrd">
      <pc:chgData name="Greg Thain" userId="fb6a94ea1b602659" providerId="LiveId" clId="{E0EF8A8E-7408-4B9C-9CC5-1E272D9DB46C}" dt="2026-10-01T03:04:38.445" v="4898" actId="20577"/>
      <pc:docMkLst>
        <pc:docMk/>
      </pc:docMkLst>
      <pc:sldChg chg="modSp mod setBg">
        <pc:chgData name="Greg Thain" userId="fb6a94ea1b602659" providerId="LiveId" clId="{E0EF8A8E-7408-4B9C-9CC5-1E272D9DB46C}" dt="2026-09-26T12:50:37.268" v="44" actId="20577"/>
        <pc:sldMkLst>
          <pc:docMk/>
          <pc:sldMk cId="1409769615" sldId="257"/>
        </pc:sldMkLst>
        <pc:spChg chg="mod">
          <ac:chgData name="Greg Thain" userId="fb6a94ea1b602659" providerId="LiveId" clId="{E0EF8A8E-7408-4B9C-9CC5-1E272D9DB46C}" dt="2026-09-26T12:50:37.268" v="44" actId="20577"/>
          <ac:spMkLst>
            <pc:docMk/>
            <pc:sldMk cId="1409769615" sldId="257"/>
            <ac:spMk id="2" creationId="{00000000-0000-0000-0000-000000000000}"/>
          </ac:spMkLst>
        </pc:spChg>
      </pc:sldChg>
      <pc:sldChg chg="modSp mod">
        <pc:chgData name="Greg Thain" userId="fb6a94ea1b602659" providerId="LiveId" clId="{E0EF8A8E-7408-4B9C-9CC5-1E272D9DB46C}" dt="2026-09-26T12:56:56.338" v="124" actId="20577"/>
        <pc:sldMkLst>
          <pc:docMk/>
          <pc:sldMk cId="942067776" sldId="301"/>
        </pc:sldMkLst>
        <pc:spChg chg="mod">
          <ac:chgData name="Greg Thain" userId="fb6a94ea1b602659" providerId="LiveId" clId="{E0EF8A8E-7408-4B9C-9CC5-1E272D9DB46C}" dt="2026-09-26T12:56:56.338" v="124" actId="20577"/>
          <ac:spMkLst>
            <pc:docMk/>
            <pc:sldMk cId="942067776" sldId="301"/>
            <ac:spMk id="2" creationId="{C1FE3793-0306-0E60-95D6-5362F6BD458A}"/>
          </ac:spMkLst>
        </pc:spChg>
      </pc:sldChg>
      <pc:sldChg chg="delSp modSp mod ord delAnim modAnim">
        <pc:chgData name="Greg Thain" userId="fb6a94ea1b602659" providerId="LiveId" clId="{E0EF8A8E-7408-4B9C-9CC5-1E272D9DB46C}" dt="2026-09-26T12:51:47.198" v="53"/>
        <pc:sldMkLst>
          <pc:docMk/>
          <pc:sldMk cId="1563372235" sldId="312"/>
        </pc:sldMkLst>
        <pc:cxnChg chg="mod">
          <ac:chgData name="Greg Thain" userId="fb6a94ea1b602659" providerId="LiveId" clId="{E0EF8A8E-7408-4B9C-9CC5-1E272D9DB46C}" dt="2026-09-26T12:51:31.788" v="50" actId="14100"/>
          <ac:cxnSpMkLst>
            <pc:docMk/>
            <pc:sldMk cId="1563372235" sldId="312"/>
            <ac:cxnSpMk id="2" creationId="{1AC166BB-A73E-09A6-312D-66014C14FC2C}"/>
          </ac:cxnSpMkLst>
        </pc:cxnChg>
        <pc:cxnChg chg="mod">
          <ac:chgData name="Greg Thain" userId="fb6a94ea1b602659" providerId="LiveId" clId="{E0EF8A8E-7408-4B9C-9CC5-1E272D9DB46C}" dt="2026-09-26T12:51:23.073" v="48" actId="1076"/>
          <ac:cxnSpMkLst>
            <pc:docMk/>
            <pc:sldMk cId="1563372235" sldId="312"/>
            <ac:cxnSpMk id="17" creationId="{76988086-47B0-D0C8-60F0-3F8EA3672130}"/>
          </ac:cxnSpMkLst>
        </pc:cxnChg>
      </pc:sldChg>
      <pc:sldChg chg="addSp delSp modSp mod ord modTransition delAnim">
        <pc:chgData name="Greg Thain" userId="fb6a94ea1b602659" providerId="LiveId" clId="{E0EF8A8E-7408-4B9C-9CC5-1E272D9DB46C}" dt="2026-09-26T13:03:34.400" v="283" actId="14100"/>
        <pc:sldMkLst>
          <pc:docMk/>
          <pc:sldMk cId="3207164273" sldId="339"/>
        </pc:sldMkLst>
        <pc:spChg chg="add mod">
          <ac:chgData name="Greg Thain" userId="fb6a94ea1b602659" providerId="LiveId" clId="{E0EF8A8E-7408-4B9C-9CC5-1E272D9DB46C}" dt="2026-09-26T13:03:34.400" v="283" actId="14100"/>
          <ac:spMkLst>
            <pc:docMk/>
            <pc:sldMk cId="3207164273" sldId="339"/>
            <ac:spMk id="2" creationId="{E6EDF06E-143E-2DA9-B952-888160079DA0}"/>
          </ac:spMkLst>
        </pc:spChg>
      </pc:sldChg>
      <pc:sldChg chg="addSp delSp modSp add mod modTransition delAnim">
        <pc:chgData name="Greg Thain" userId="fb6a94ea1b602659" providerId="LiveId" clId="{E0EF8A8E-7408-4B9C-9CC5-1E272D9DB46C}" dt="2026-09-26T12:54:04.041" v="64"/>
        <pc:sldMkLst>
          <pc:docMk/>
          <pc:sldMk cId="2596425661" sldId="340"/>
        </pc:sldMkLst>
      </pc:sldChg>
      <pc:sldChg chg="delSp new mod modTransition setBg">
        <pc:chgData name="Greg Thain" userId="fb6a94ea1b602659" providerId="LiveId" clId="{E0EF8A8E-7408-4B9C-9CC5-1E272D9DB46C}" dt="2026-09-26T12:57:06.966" v="125"/>
        <pc:sldMkLst>
          <pc:docMk/>
          <pc:sldMk cId="1207036290" sldId="341"/>
        </pc:sldMkLst>
      </pc:sldChg>
      <pc:sldChg chg="addSp delSp modSp new mod modTransition">
        <pc:chgData name="Greg Thain" userId="fb6a94ea1b602659" providerId="LiveId" clId="{E0EF8A8E-7408-4B9C-9CC5-1E272D9DB46C}" dt="2026-09-26T13:00:25.486" v="170" actId="20577"/>
        <pc:sldMkLst>
          <pc:docMk/>
          <pc:sldMk cId="2701538217" sldId="342"/>
        </pc:sldMkLst>
        <pc:spChg chg="add del mod">
          <ac:chgData name="Greg Thain" userId="fb6a94ea1b602659" providerId="LiveId" clId="{E0EF8A8E-7408-4B9C-9CC5-1E272D9DB46C}" dt="2026-09-26T13:00:25.486" v="170" actId="20577"/>
          <ac:spMkLst>
            <pc:docMk/>
            <pc:sldMk cId="2701538217" sldId="342"/>
            <ac:spMk id="3" creationId="{ED8B435E-29BD-BEEC-9274-0396788D87ED}"/>
          </ac:spMkLst>
        </pc:spChg>
      </pc:sldChg>
      <pc:sldChg chg="addSp delSp modSp new mod">
        <pc:chgData name="Greg Thain" userId="fb6a94ea1b602659" providerId="LiveId" clId="{E0EF8A8E-7408-4B9C-9CC5-1E272D9DB46C}" dt="2026-09-26T13:12:08.543" v="650" actId="5793"/>
        <pc:sldMkLst>
          <pc:docMk/>
          <pc:sldMk cId="1371803218" sldId="343"/>
        </pc:sldMkLst>
        <pc:spChg chg="mod">
          <ac:chgData name="Greg Thain" userId="fb6a94ea1b602659" providerId="LiveId" clId="{E0EF8A8E-7408-4B9C-9CC5-1E272D9DB46C}" dt="2026-09-26T13:12:08.543" v="650" actId="5793"/>
          <ac:spMkLst>
            <pc:docMk/>
            <pc:sldMk cId="1371803218" sldId="343"/>
            <ac:spMk id="2" creationId="{D6E336C3-C0E0-FACD-2AD1-566AD850441D}"/>
          </ac:spMkLst>
        </pc:spChg>
        <pc:graphicFrameChg chg="add mod ord modGraphic">
          <ac:chgData name="Greg Thain" userId="fb6a94ea1b602659" providerId="LiveId" clId="{E0EF8A8E-7408-4B9C-9CC5-1E272D9DB46C}" dt="2026-09-26T13:11:59.606" v="616" actId="1076"/>
          <ac:graphicFrameMkLst>
            <pc:docMk/>
            <pc:sldMk cId="1371803218" sldId="343"/>
            <ac:graphicFrameMk id="4" creationId="{1EA4D1DB-46DE-6711-7A2F-CF3177074C01}"/>
          </ac:graphicFrameMkLst>
        </pc:graphicFrameChg>
      </pc:sldChg>
      <pc:sldChg chg="addSp delSp modSp new mod modAnim">
        <pc:chgData name="Greg Thain" userId="fb6a94ea1b602659" providerId="LiveId" clId="{E0EF8A8E-7408-4B9C-9CC5-1E272D9DB46C}" dt="2026-09-26T16:15:58.054" v="960" actId="20577"/>
        <pc:sldMkLst>
          <pc:docMk/>
          <pc:sldMk cId="1291510939" sldId="344"/>
        </pc:sldMkLst>
        <pc:spChg chg="mod">
          <ac:chgData name="Greg Thain" userId="fb6a94ea1b602659" providerId="LiveId" clId="{E0EF8A8E-7408-4B9C-9CC5-1E272D9DB46C}" dt="2026-09-26T13:13:46.906" v="685" actId="20577"/>
          <ac:spMkLst>
            <pc:docMk/>
            <pc:sldMk cId="1291510939" sldId="344"/>
            <ac:spMk id="2" creationId="{A22EB2B6-FA14-A236-310D-2C38A5F26C57}"/>
          </ac:spMkLst>
        </pc:spChg>
        <pc:spChg chg="mod">
          <ac:chgData name="Greg Thain" userId="fb6a94ea1b602659" providerId="LiveId" clId="{E0EF8A8E-7408-4B9C-9CC5-1E272D9DB46C}" dt="2026-09-26T16:15:58.054" v="960" actId="20577"/>
          <ac:spMkLst>
            <pc:docMk/>
            <pc:sldMk cId="1291510939" sldId="344"/>
            <ac:spMk id="3" creationId="{8FDED206-7821-65C5-9FB7-41757C90A774}"/>
          </ac:spMkLst>
        </pc:spChg>
        <pc:spChg chg="add mod">
          <ac:chgData name="Greg Thain" userId="fb6a94ea1b602659" providerId="LiveId" clId="{E0EF8A8E-7408-4B9C-9CC5-1E272D9DB46C}" dt="2026-09-26T13:23:32.299" v="743" actId="14100"/>
          <ac:spMkLst>
            <pc:docMk/>
            <pc:sldMk cId="1291510939" sldId="344"/>
            <ac:spMk id="5" creationId="{C45A5FF9-1AB7-2491-3E4E-DF41AF92036E}"/>
          </ac:spMkLst>
        </pc:spChg>
        <pc:spChg chg="add mod">
          <ac:chgData name="Greg Thain" userId="fb6a94ea1b602659" providerId="LiveId" clId="{E0EF8A8E-7408-4B9C-9CC5-1E272D9DB46C}" dt="2026-09-26T13:20:16.811" v="723" actId="1076"/>
          <ac:spMkLst>
            <pc:docMk/>
            <pc:sldMk cId="1291510939" sldId="344"/>
            <ac:spMk id="8" creationId="{00000000-0000-0000-0000-000000000000}"/>
          </ac:spMkLst>
        </pc:spChg>
      </pc:sldChg>
      <pc:sldChg chg="delSp modSp add mod modTransition delAnim">
        <pc:chgData name="Greg Thain" userId="fb6a94ea1b602659" providerId="LiveId" clId="{E0EF8A8E-7408-4B9C-9CC5-1E272D9DB46C}" dt="2026-09-26T16:24:32.554" v="1291"/>
        <pc:sldMkLst>
          <pc:docMk/>
          <pc:sldMk cId="4065314457" sldId="345"/>
        </pc:sldMkLst>
        <pc:spChg chg="mod">
          <ac:chgData name="Greg Thain" userId="fb6a94ea1b602659" providerId="LiveId" clId="{E0EF8A8E-7408-4B9C-9CC5-1E272D9DB46C}" dt="2026-09-26T16:17:38.691" v="977" actId="20577"/>
          <ac:spMkLst>
            <pc:docMk/>
            <pc:sldMk cId="4065314457" sldId="345"/>
            <ac:spMk id="2" creationId="{5CC95776-DD8D-C515-F077-7C4A7B61E2CB}"/>
          </ac:spMkLst>
        </pc:spChg>
        <pc:spChg chg="mod">
          <ac:chgData name="Greg Thain" userId="fb6a94ea1b602659" providerId="LiveId" clId="{E0EF8A8E-7408-4B9C-9CC5-1E272D9DB46C}" dt="2026-09-26T16:24:20.447" v="1290" actId="1076"/>
          <ac:spMkLst>
            <pc:docMk/>
            <pc:sldMk cId="4065314457" sldId="345"/>
            <ac:spMk id="3" creationId="{8D65209C-5FB6-72E2-B691-A4CD8CAE2315}"/>
          </ac:spMkLst>
        </pc:spChg>
        <pc:spChg chg="mod">
          <ac:chgData name="Greg Thain" userId="fb6a94ea1b602659" providerId="LiveId" clId="{E0EF8A8E-7408-4B9C-9CC5-1E272D9DB46C}" dt="2026-09-26T16:24:13.623" v="1289" actId="14100"/>
          <ac:spMkLst>
            <pc:docMk/>
            <pc:sldMk cId="4065314457" sldId="345"/>
            <ac:spMk id="5" creationId="{00093801-BF64-9176-037D-5F3DA4C810B0}"/>
          </ac:spMkLst>
        </pc:spChg>
      </pc:sldChg>
      <pc:sldChg chg="addSp delSp modSp add mod">
        <pc:chgData name="Greg Thain" userId="fb6a94ea1b602659" providerId="LiveId" clId="{E0EF8A8E-7408-4B9C-9CC5-1E272D9DB46C}" dt="2026-09-26T16:45:40.923" v="1770" actId="20577"/>
        <pc:sldMkLst>
          <pc:docMk/>
          <pc:sldMk cId="3009079991" sldId="346"/>
        </pc:sldMkLst>
        <pc:spChg chg="mod">
          <ac:chgData name="Greg Thain" userId="fb6a94ea1b602659" providerId="LiveId" clId="{E0EF8A8E-7408-4B9C-9CC5-1E272D9DB46C}" dt="2026-09-26T16:29:01.619" v="1313" actId="20577"/>
          <ac:spMkLst>
            <pc:docMk/>
            <pc:sldMk cId="3009079991" sldId="346"/>
            <ac:spMk id="2" creationId="{F0A73F04-BBEB-9823-36CC-CD82716EA7D1}"/>
          </ac:spMkLst>
        </pc:spChg>
        <pc:spChg chg="mod">
          <ac:chgData name="Greg Thain" userId="fb6a94ea1b602659" providerId="LiveId" clId="{E0EF8A8E-7408-4B9C-9CC5-1E272D9DB46C}" dt="2026-09-26T16:45:40.923" v="1770" actId="20577"/>
          <ac:spMkLst>
            <pc:docMk/>
            <pc:sldMk cId="3009079991" sldId="346"/>
            <ac:spMk id="5" creationId="{FFC4215E-FC5C-CD3A-9252-306F08366E20}"/>
          </ac:spMkLst>
        </pc:spChg>
      </pc:sldChg>
      <pc:sldChg chg="addSp modSp new mod modAnim">
        <pc:chgData name="Greg Thain" userId="fb6a94ea1b602659" providerId="LiveId" clId="{E0EF8A8E-7408-4B9C-9CC5-1E272D9DB46C}" dt="2026-09-26T16:52:54.914" v="1892" actId="6549"/>
        <pc:sldMkLst>
          <pc:docMk/>
          <pc:sldMk cId="2274127755" sldId="347"/>
        </pc:sldMkLst>
        <pc:spChg chg="mod">
          <ac:chgData name="Greg Thain" userId="fb6a94ea1b602659" providerId="LiveId" clId="{E0EF8A8E-7408-4B9C-9CC5-1E272D9DB46C}" dt="2026-09-26T16:45:47.277" v="1790" actId="20577"/>
          <ac:spMkLst>
            <pc:docMk/>
            <pc:sldMk cId="2274127755" sldId="347"/>
            <ac:spMk id="2" creationId="{859E7939-F12C-12FC-0182-338604657BEC}"/>
          </ac:spMkLst>
        </pc:spChg>
        <pc:spChg chg="mod">
          <ac:chgData name="Greg Thain" userId="fb6a94ea1b602659" providerId="LiveId" clId="{E0EF8A8E-7408-4B9C-9CC5-1E272D9DB46C}" dt="2026-09-26T16:52:54.914" v="1892" actId="6549"/>
          <ac:spMkLst>
            <pc:docMk/>
            <pc:sldMk cId="2274127755" sldId="347"/>
            <ac:spMk id="3" creationId="{7473EE61-D3D4-B46D-CB6B-439411C6D413}"/>
          </ac:spMkLst>
        </pc:spChg>
        <pc:spChg chg="add mod">
          <ac:chgData name="Greg Thain" userId="fb6a94ea1b602659" providerId="LiveId" clId="{E0EF8A8E-7408-4B9C-9CC5-1E272D9DB46C}" dt="2026-09-26T16:52:40.587" v="1888" actId="1076"/>
          <ac:spMkLst>
            <pc:docMk/>
            <pc:sldMk cId="2274127755" sldId="347"/>
            <ac:spMk id="11" creationId="{4681E4FF-4A93-A536-3050-75810240483D}"/>
          </ac:spMkLst>
        </pc:spChg>
        <pc:spChg chg="add mod">
          <ac:chgData name="Greg Thain" userId="fb6a94ea1b602659" providerId="LiveId" clId="{E0EF8A8E-7408-4B9C-9CC5-1E272D9DB46C}" dt="2026-09-26T16:52:40.587" v="1888" actId="1076"/>
          <ac:spMkLst>
            <pc:docMk/>
            <pc:sldMk cId="2274127755" sldId="347"/>
            <ac:spMk id="12" creationId="{9D35679B-1825-EE88-8240-A9AC02E6C56A}"/>
          </ac:spMkLst>
        </pc:spChg>
        <pc:spChg chg="add mod">
          <ac:chgData name="Greg Thain" userId="fb6a94ea1b602659" providerId="LiveId" clId="{E0EF8A8E-7408-4B9C-9CC5-1E272D9DB46C}" dt="2026-09-26T16:52:40.587" v="1888" actId="1076"/>
          <ac:spMkLst>
            <pc:docMk/>
            <pc:sldMk cId="2274127755" sldId="347"/>
            <ac:spMk id="13" creationId="{86900EB7-5612-64ED-F1AE-57DF4FF0CC23}"/>
          </ac:spMkLst>
        </pc:spChg>
        <pc:spChg chg="add mod">
          <ac:chgData name="Greg Thain" userId="fb6a94ea1b602659" providerId="LiveId" clId="{E0EF8A8E-7408-4B9C-9CC5-1E272D9DB46C}" dt="2026-09-26T16:52:40.587" v="1888" actId="1076"/>
          <ac:spMkLst>
            <pc:docMk/>
            <pc:sldMk cId="2274127755" sldId="347"/>
            <ac:spMk id="14" creationId="{95131604-EFAB-E47F-38E6-F66278C9CE37}"/>
          </ac:spMkLst>
        </pc:spChg>
        <pc:spChg chg="add mod">
          <ac:chgData name="Greg Thain" userId="fb6a94ea1b602659" providerId="LiveId" clId="{E0EF8A8E-7408-4B9C-9CC5-1E272D9DB46C}" dt="2026-09-26T16:52:40.587" v="1888" actId="1076"/>
          <ac:spMkLst>
            <pc:docMk/>
            <pc:sldMk cId="2274127755" sldId="347"/>
            <ac:spMk id="15" creationId="{2D24A6DA-5326-E0DC-AFCC-5E3ED2944535}"/>
          </ac:spMkLst>
        </pc:spChg>
        <pc:spChg chg="add mod">
          <ac:chgData name="Greg Thain" userId="fb6a94ea1b602659" providerId="LiveId" clId="{E0EF8A8E-7408-4B9C-9CC5-1E272D9DB46C}" dt="2026-09-26T16:52:40.587" v="1888" actId="1076"/>
          <ac:spMkLst>
            <pc:docMk/>
            <pc:sldMk cId="2274127755" sldId="347"/>
            <ac:spMk id="16" creationId="{72255618-6BE4-8FE9-DCBF-B0E7D076884B}"/>
          </ac:spMkLst>
        </pc:spChg>
        <pc:spChg chg="add mod">
          <ac:chgData name="Greg Thain" userId="fb6a94ea1b602659" providerId="LiveId" clId="{E0EF8A8E-7408-4B9C-9CC5-1E272D9DB46C}" dt="2026-09-26T16:52:40.587" v="1888" actId="1076"/>
          <ac:spMkLst>
            <pc:docMk/>
            <pc:sldMk cId="2274127755" sldId="347"/>
            <ac:spMk id="17" creationId="{FA269356-F9FE-E1CC-210A-E4A8E4FEA2DB}"/>
          </ac:spMkLst>
        </pc:spChg>
        <pc:spChg chg="add mod">
          <ac:chgData name="Greg Thain" userId="fb6a94ea1b602659" providerId="LiveId" clId="{E0EF8A8E-7408-4B9C-9CC5-1E272D9DB46C}" dt="2026-09-26T16:52:40.587" v="1888" actId="1076"/>
          <ac:spMkLst>
            <pc:docMk/>
            <pc:sldMk cId="2274127755" sldId="347"/>
            <ac:spMk id="18" creationId="{BB2D872F-393B-6B1F-4A1B-B2A77AE2EBA2}"/>
          </ac:spMkLst>
        </pc:spChg>
      </pc:sldChg>
      <pc:sldChg chg="modSp new mod">
        <pc:chgData name="Greg Thain" userId="fb6a94ea1b602659" providerId="LiveId" clId="{E0EF8A8E-7408-4B9C-9CC5-1E272D9DB46C}" dt="2026-09-27T01:37:49.284" v="2358" actId="20577"/>
        <pc:sldMkLst>
          <pc:docMk/>
          <pc:sldMk cId="987523262" sldId="348"/>
        </pc:sldMkLst>
        <pc:spChg chg="mod">
          <ac:chgData name="Greg Thain" userId="fb6a94ea1b602659" providerId="LiveId" clId="{E0EF8A8E-7408-4B9C-9CC5-1E272D9DB46C}" dt="2026-09-27T01:37:21.356" v="2218" actId="20577"/>
          <ac:spMkLst>
            <pc:docMk/>
            <pc:sldMk cId="987523262" sldId="348"/>
            <ac:spMk id="2" creationId="{551430DF-A226-38C3-03B3-F40707D34B91}"/>
          </ac:spMkLst>
        </pc:spChg>
        <pc:spChg chg="mod">
          <ac:chgData name="Greg Thain" userId="fb6a94ea1b602659" providerId="LiveId" clId="{E0EF8A8E-7408-4B9C-9CC5-1E272D9DB46C}" dt="2026-09-27T01:37:49.284" v="2358" actId="20577"/>
          <ac:spMkLst>
            <pc:docMk/>
            <pc:sldMk cId="987523262" sldId="348"/>
            <ac:spMk id="3" creationId="{E920121F-4193-434E-F717-2AC62B6FE483}"/>
          </ac:spMkLst>
        </pc:spChg>
      </pc:sldChg>
      <pc:sldChg chg="addSp modSp new mod ord">
        <pc:chgData name="Greg Thain" userId="fb6a94ea1b602659" providerId="LiveId" clId="{E0EF8A8E-7408-4B9C-9CC5-1E272D9DB46C}" dt="2026-09-27T01:34:53.370" v="2217" actId="20577"/>
        <pc:sldMkLst>
          <pc:docMk/>
          <pc:sldMk cId="2454235463" sldId="349"/>
        </pc:sldMkLst>
        <pc:spChg chg="mod">
          <ac:chgData name="Greg Thain" userId="fb6a94ea1b602659" providerId="LiveId" clId="{E0EF8A8E-7408-4B9C-9CC5-1E272D9DB46C}" dt="2026-09-27T00:26:07.567" v="1949" actId="20577"/>
          <ac:spMkLst>
            <pc:docMk/>
            <pc:sldMk cId="2454235463" sldId="349"/>
            <ac:spMk id="2" creationId="{B7DBDA8C-6487-A15F-AB39-285B6986012E}"/>
          </ac:spMkLst>
        </pc:spChg>
        <pc:spChg chg="mod">
          <ac:chgData name="Greg Thain" userId="fb6a94ea1b602659" providerId="LiveId" clId="{E0EF8A8E-7408-4B9C-9CC5-1E272D9DB46C}" dt="2026-09-27T01:31:59.672" v="2099" actId="6549"/>
          <ac:spMkLst>
            <pc:docMk/>
            <pc:sldMk cId="2454235463" sldId="349"/>
            <ac:spMk id="3" creationId="{FC116DEC-1580-97BF-0BB1-C30E96956D69}"/>
          </ac:spMkLst>
        </pc:spChg>
        <pc:graphicFrameChg chg="add mod modGraphic">
          <ac:chgData name="Greg Thain" userId="fb6a94ea1b602659" providerId="LiveId" clId="{E0EF8A8E-7408-4B9C-9CC5-1E272D9DB46C}" dt="2026-09-27T01:34:53.370" v="2217" actId="20577"/>
          <ac:graphicFrameMkLst>
            <pc:docMk/>
            <pc:sldMk cId="2454235463" sldId="349"/>
            <ac:graphicFrameMk id="4" creationId="{F52472D9-24CA-2029-4592-8EE46FC14277}"/>
          </ac:graphicFrameMkLst>
        </pc:graphicFrameChg>
      </pc:sldChg>
      <pc:sldChg chg="modSp new mod">
        <pc:chgData name="Greg Thain" userId="fb6a94ea1b602659" providerId="LiveId" clId="{E0EF8A8E-7408-4B9C-9CC5-1E272D9DB46C}" dt="2026-09-27T01:45:16.873" v="2561" actId="20577"/>
        <pc:sldMkLst>
          <pc:docMk/>
          <pc:sldMk cId="385918407" sldId="350"/>
        </pc:sldMkLst>
        <pc:spChg chg="mod">
          <ac:chgData name="Greg Thain" userId="fb6a94ea1b602659" providerId="LiveId" clId="{E0EF8A8E-7408-4B9C-9CC5-1E272D9DB46C}" dt="2026-09-27T01:44:55.768" v="2462" actId="20577"/>
          <ac:spMkLst>
            <pc:docMk/>
            <pc:sldMk cId="385918407" sldId="350"/>
            <ac:spMk id="2" creationId="{81935375-5EE7-D385-AAA4-2A120DF1CCE4}"/>
          </ac:spMkLst>
        </pc:spChg>
        <pc:spChg chg="mod">
          <ac:chgData name="Greg Thain" userId="fb6a94ea1b602659" providerId="LiveId" clId="{E0EF8A8E-7408-4B9C-9CC5-1E272D9DB46C}" dt="2026-09-27T01:45:16.873" v="2561" actId="20577"/>
          <ac:spMkLst>
            <pc:docMk/>
            <pc:sldMk cId="385918407" sldId="350"/>
            <ac:spMk id="3" creationId="{6D5A0CBC-658B-BA3B-6C98-4098A43D7681}"/>
          </ac:spMkLst>
        </pc:spChg>
      </pc:sldChg>
      <pc:sldChg chg="add">
        <pc:chgData name="Greg Thain" userId="fb6a94ea1b602659" providerId="LiveId" clId="{E0EF8A8E-7408-4B9C-9CC5-1E272D9DB46C}" dt="2026-09-27T00:26:29.021" v="1951"/>
        <pc:sldMkLst>
          <pc:docMk/>
          <pc:sldMk cId="993570489" sldId="351"/>
        </pc:sldMkLst>
      </pc:sldChg>
      <pc:sldChg chg="addSp delSp modSp add mod modTransition chgLayout">
        <pc:chgData name="Greg Thain" userId="fb6a94ea1b602659" providerId="LiveId" clId="{E0EF8A8E-7408-4B9C-9CC5-1E272D9DB46C}" dt="2026-09-27T01:48:20.274" v="2707" actId="1076"/>
        <pc:sldMkLst>
          <pc:docMk/>
          <pc:sldMk cId="1008966638" sldId="352"/>
        </pc:sldMkLst>
        <pc:spChg chg="add mod ord">
          <ac:chgData name="Greg Thain" userId="fb6a94ea1b602659" providerId="LiveId" clId="{E0EF8A8E-7408-4B9C-9CC5-1E272D9DB46C}" dt="2026-09-27T01:44:38.430" v="2424" actId="6549"/>
          <ac:spMkLst>
            <pc:docMk/>
            <pc:sldMk cId="1008966638" sldId="352"/>
            <ac:spMk id="3" creationId="{2A7DA616-BC63-9779-E41C-0A2A60EC0773}"/>
          </ac:spMkLst>
        </pc:spChg>
        <pc:spChg chg="mod">
          <ac:chgData name="Greg Thain" userId="fb6a94ea1b602659" providerId="LiveId" clId="{E0EF8A8E-7408-4B9C-9CC5-1E272D9DB46C}" dt="2026-09-27T01:40:01.234" v="2359" actId="1076"/>
          <ac:spMkLst>
            <pc:docMk/>
            <pc:sldMk cId="1008966638" sldId="352"/>
            <ac:spMk id="5" creationId="{99E25D82-8DC2-324C-911C-172045655E38}"/>
          </ac:spMkLst>
        </pc:spChg>
        <pc:graphicFrameChg chg="add mod modGraphic">
          <ac:chgData name="Greg Thain" userId="fb6a94ea1b602659" providerId="LiveId" clId="{E0EF8A8E-7408-4B9C-9CC5-1E272D9DB46C}" dt="2026-09-27T01:48:20.274" v="2707" actId="1076"/>
          <ac:graphicFrameMkLst>
            <pc:docMk/>
            <pc:sldMk cId="1008966638" sldId="352"/>
            <ac:graphicFrameMk id="8" creationId="{4E00C76C-6749-3718-BA3C-0356190F5921}"/>
          </ac:graphicFrameMkLst>
        </pc:graphicFrameChg>
      </pc:sldChg>
      <pc:sldChg chg="modSp new mod">
        <pc:chgData name="Greg Thain" userId="fb6a94ea1b602659" providerId="LiveId" clId="{E0EF8A8E-7408-4B9C-9CC5-1E272D9DB46C}" dt="2026-09-27T02:15:11.097" v="2914" actId="20577"/>
        <pc:sldMkLst>
          <pc:docMk/>
          <pc:sldMk cId="2199950514" sldId="353"/>
        </pc:sldMkLst>
        <pc:spChg chg="mod">
          <ac:chgData name="Greg Thain" userId="fb6a94ea1b602659" providerId="LiveId" clId="{E0EF8A8E-7408-4B9C-9CC5-1E272D9DB46C}" dt="2026-09-27T02:15:11.097" v="2914" actId="20577"/>
          <ac:spMkLst>
            <pc:docMk/>
            <pc:sldMk cId="2199950514" sldId="353"/>
            <ac:spMk id="2" creationId="{9F61AB71-3B0E-AF8F-73F9-BDE176BF0FA2}"/>
          </ac:spMkLst>
        </pc:spChg>
        <pc:spChg chg="mod">
          <ac:chgData name="Greg Thain" userId="fb6a94ea1b602659" providerId="LiveId" clId="{E0EF8A8E-7408-4B9C-9CC5-1E272D9DB46C}" dt="2026-09-27T02:15:03.667" v="2896" actId="20577"/>
          <ac:spMkLst>
            <pc:docMk/>
            <pc:sldMk cId="2199950514" sldId="353"/>
            <ac:spMk id="3" creationId="{1C79177B-C8FD-FCB3-36BA-0E572E1E96FC}"/>
          </ac:spMkLst>
        </pc:spChg>
      </pc:sldChg>
      <pc:sldChg chg="addSp delSp modSp new mod addAnim delAnim modAnim">
        <pc:chgData name="Greg Thain" userId="fb6a94ea1b602659" providerId="LiveId" clId="{E0EF8A8E-7408-4B9C-9CC5-1E272D9DB46C}" dt="2026-10-01T02:56:36.194" v="4802"/>
        <pc:sldMkLst>
          <pc:docMk/>
          <pc:sldMk cId="987095266" sldId="354"/>
        </pc:sldMkLst>
        <pc:spChg chg="mod">
          <ac:chgData name="Greg Thain" userId="fb6a94ea1b602659" providerId="LiveId" clId="{E0EF8A8E-7408-4B9C-9CC5-1E272D9DB46C}" dt="2026-09-27T07:20:45.630" v="2932" actId="20577"/>
          <ac:spMkLst>
            <pc:docMk/>
            <pc:sldMk cId="987095266" sldId="354"/>
            <ac:spMk id="2" creationId="{4A033A54-FD60-B7F3-9801-5F4836687C79}"/>
          </ac:spMkLst>
        </pc:spChg>
        <pc:spChg chg="add mod">
          <ac:chgData name="Greg Thain" userId="fb6a94ea1b602659" providerId="LiveId" clId="{E0EF8A8E-7408-4B9C-9CC5-1E272D9DB46C}" dt="2026-09-27T07:20:41.671" v="2918" actId="1076"/>
          <ac:spMkLst>
            <pc:docMk/>
            <pc:sldMk cId="987095266" sldId="354"/>
            <ac:spMk id="4" creationId="{A621608B-1B05-43BC-1166-85DE2D2BD0DE}"/>
          </ac:spMkLst>
        </pc:spChg>
        <pc:spChg chg="add mod">
          <ac:chgData name="Greg Thain" userId="fb6a94ea1b602659" providerId="LiveId" clId="{E0EF8A8E-7408-4B9C-9CC5-1E272D9DB46C}" dt="2026-09-27T07:20:41.671" v="2918" actId="1076"/>
          <ac:spMkLst>
            <pc:docMk/>
            <pc:sldMk cId="987095266" sldId="354"/>
            <ac:spMk id="5" creationId="{B65A08CE-E283-97A6-2CA5-BAB182262470}"/>
          </ac:spMkLst>
        </pc:spChg>
        <pc:spChg chg="add mod">
          <ac:chgData name="Greg Thain" userId="fb6a94ea1b602659" providerId="LiveId" clId="{E0EF8A8E-7408-4B9C-9CC5-1E272D9DB46C}" dt="2026-09-27T07:20:41.671" v="2918" actId="1076"/>
          <ac:spMkLst>
            <pc:docMk/>
            <pc:sldMk cId="987095266" sldId="354"/>
            <ac:spMk id="6" creationId="{29368D27-C7BD-C92D-9F1F-45BAF2D6606B}"/>
          </ac:spMkLst>
        </pc:spChg>
        <pc:spChg chg="add mod">
          <ac:chgData name="Greg Thain" userId="fb6a94ea1b602659" providerId="LiveId" clId="{E0EF8A8E-7408-4B9C-9CC5-1E272D9DB46C}" dt="2026-09-27T07:20:41.671" v="2918" actId="1076"/>
          <ac:spMkLst>
            <pc:docMk/>
            <pc:sldMk cId="987095266" sldId="354"/>
            <ac:spMk id="7" creationId="{0E30CD95-19E9-19A5-3399-9494004FF639}"/>
          </ac:spMkLst>
        </pc:spChg>
        <pc:spChg chg="add mod">
          <ac:chgData name="Greg Thain" userId="fb6a94ea1b602659" providerId="LiveId" clId="{E0EF8A8E-7408-4B9C-9CC5-1E272D9DB46C}" dt="2026-09-27T07:20:41.671" v="2918" actId="1076"/>
          <ac:spMkLst>
            <pc:docMk/>
            <pc:sldMk cId="987095266" sldId="354"/>
            <ac:spMk id="8" creationId="{8EEFBB34-3607-6449-2110-104BE22E5330}"/>
          </ac:spMkLst>
        </pc:spChg>
        <pc:spChg chg="add mod">
          <ac:chgData name="Greg Thain" userId="fb6a94ea1b602659" providerId="LiveId" clId="{E0EF8A8E-7408-4B9C-9CC5-1E272D9DB46C}" dt="2026-09-27T07:20:41.671" v="2918" actId="1076"/>
          <ac:spMkLst>
            <pc:docMk/>
            <pc:sldMk cId="987095266" sldId="354"/>
            <ac:spMk id="9" creationId="{96E2804A-ED6E-58DD-5B34-EAEAF5EB2DFE}"/>
          </ac:spMkLst>
        </pc:spChg>
        <pc:spChg chg="add mod">
          <ac:chgData name="Greg Thain" userId="fb6a94ea1b602659" providerId="LiveId" clId="{E0EF8A8E-7408-4B9C-9CC5-1E272D9DB46C}" dt="2026-09-27T07:20:41.671" v="2918" actId="1076"/>
          <ac:spMkLst>
            <pc:docMk/>
            <pc:sldMk cId="987095266" sldId="354"/>
            <ac:spMk id="10" creationId="{2EC6327C-DAF1-3107-FA48-DF09ADA256FC}"/>
          </ac:spMkLst>
        </pc:spChg>
        <pc:spChg chg="add mod">
          <ac:chgData name="Greg Thain" userId="fb6a94ea1b602659" providerId="LiveId" clId="{E0EF8A8E-7408-4B9C-9CC5-1E272D9DB46C}" dt="2026-09-27T07:20:41.671" v="2918" actId="1076"/>
          <ac:spMkLst>
            <pc:docMk/>
            <pc:sldMk cId="987095266" sldId="354"/>
            <ac:spMk id="13" creationId="{6047700B-ACAF-8726-6E4F-42B46E6C95B5}"/>
          </ac:spMkLst>
        </pc:spChg>
        <pc:spChg chg="add mod">
          <ac:chgData name="Greg Thain" userId="fb6a94ea1b602659" providerId="LiveId" clId="{E0EF8A8E-7408-4B9C-9CC5-1E272D9DB46C}" dt="2026-09-27T07:20:41.671" v="2918" actId="1076"/>
          <ac:spMkLst>
            <pc:docMk/>
            <pc:sldMk cId="987095266" sldId="354"/>
            <ac:spMk id="14" creationId="{DD7E6A0B-BD76-AD60-38E4-19F982D118D3}"/>
          </ac:spMkLst>
        </pc:spChg>
        <pc:spChg chg="add mod">
          <ac:chgData name="Greg Thain" userId="fb6a94ea1b602659" providerId="LiveId" clId="{E0EF8A8E-7408-4B9C-9CC5-1E272D9DB46C}" dt="2026-09-27T07:20:41.671" v="2918" actId="1076"/>
          <ac:spMkLst>
            <pc:docMk/>
            <pc:sldMk cId="987095266" sldId="354"/>
            <ac:spMk id="15" creationId="{F3A91871-1F85-0C23-0E7E-89294D277C1C}"/>
          </ac:spMkLst>
        </pc:spChg>
      </pc:sldChg>
      <pc:sldChg chg="addSp delSp modSp new mod modAnim">
        <pc:chgData name="Greg Thain" userId="fb6a94ea1b602659" providerId="LiveId" clId="{E0EF8A8E-7408-4B9C-9CC5-1E272D9DB46C}" dt="2026-09-27T07:22:04.343" v="2970" actId="20577"/>
        <pc:sldMkLst>
          <pc:docMk/>
          <pc:sldMk cId="127237538" sldId="355"/>
        </pc:sldMkLst>
        <pc:spChg chg="mod">
          <ac:chgData name="Greg Thain" userId="fb6a94ea1b602659" providerId="LiveId" clId="{E0EF8A8E-7408-4B9C-9CC5-1E272D9DB46C}" dt="2026-09-27T07:22:04.343" v="2970" actId="20577"/>
          <ac:spMkLst>
            <pc:docMk/>
            <pc:sldMk cId="127237538" sldId="355"/>
            <ac:spMk id="2" creationId="{146226E3-EDEF-6252-4760-8FF024261460}"/>
          </ac:spMkLst>
        </pc:spChg>
        <pc:spChg chg="add mod">
          <ac:chgData name="Greg Thain" userId="fb6a94ea1b602659" providerId="LiveId" clId="{E0EF8A8E-7408-4B9C-9CC5-1E272D9DB46C}" dt="2026-09-27T07:21:55.683" v="2936" actId="1076"/>
          <ac:spMkLst>
            <pc:docMk/>
            <pc:sldMk cId="127237538" sldId="355"/>
            <ac:spMk id="4" creationId="{3BAF6FE2-A9D3-9EFC-13E7-EB4AE8824964}"/>
          </ac:spMkLst>
        </pc:spChg>
        <pc:spChg chg="add mod">
          <ac:chgData name="Greg Thain" userId="fb6a94ea1b602659" providerId="LiveId" clId="{E0EF8A8E-7408-4B9C-9CC5-1E272D9DB46C}" dt="2026-09-27T07:21:55.683" v="2936" actId="1076"/>
          <ac:spMkLst>
            <pc:docMk/>
            <pc:sldMk cId="127237538" sldId="355"/>
            <ac:spMk id="5" creationId="{074ECE45-6D8B-A1F6-3E37-143B7438EC26}"/>
          </ac:spMkLst>
        </pc:spChg>
        <pc:spChg chg="add mod">
          <ac:chgData name="Greg Thain" userId="fb6a94ea1b602659" providerId="LiveId" clId="{E0EF8A8E-7408-4B9C-9CC5-1E272D9DB46C}" dt="2026-09-27T07:21:55.683" v="2936" actId="1076"/>
          <ac:spMkLst>
            <pc:docMk/>
            <pc:sldMk cId="127237538" sldId="355"/>
            <ac:spMk id="6" creationId="{919CC9BA-22AD-46F6-8DF5-3E696FAA816C}"/>
          </ac:spMkLst>
        </pc:spChg>
        <pc:spChg chg="add mod">
          <ac:chgData name="Greg Thain" userId="fb6a94ea1b602659" providerId="LiveId" clId="{E0EF8A8E-7408-4B9C-9CC5-1E272D9DB46C}" dt="2026-09-27T07:21:55.683" v="2936" actId="1076"/>
          <ac:spMkLst>
            <pc:docMk/>
            <pc:sldMk cId="127237538" sldId="355"/>
            <ac:spMk id="7" creationId="{BBD842AF-E783-34B7-6661-E8FB6230A243}"/>
          </ac:spMkLst>
        </pc:spChg>
        <pc:spChg chg="add mod">
          <ac:chgData name="Greg Thain" userId="fb6a94ea1b602659" providerId="LiveId" clId="{E0EF8A8E-7408-4B9C-9CC5-1E272D9DB46C}" dt="2026-09-27T07:21:55.683" v="2936" actId="1076"/>
          <ac:spMkLst>
            <pc:docMk/>
            <pc:sldMk cId="127237538" sldId="355"/>
            <ac:spMk id="8" creationId="{084B8A9F-5618-F160-A723-9A23011CA69C}"/>
          </ac:spMkLst>
        </pc:spChg>
        <pc:spChg chg="add mod">
          <ac:chgData name="Greg Thain" userId="fb6a94ea1b602659" providerId="LiveId" clId="{E0EF8A8E-7408-4B9C-9CC5-1E272D9DB46C}" dt="2026-09-27T07:21:55.683" v="2936" actId="1076"/>
          <ac:spMkLst>
            <pc:docMk/>
            <pc:sldMk cId="127237538" sldId="355"/>
            <ac:spMk id="9" creationId="{6A8DBEAA-8ED2-7DB2-C7D5-5126068EE947}"/>
          </ac:spMkLst>
        </pc:spChg>
        <pc:spChg chg="add mod">
          <ac:chgData name="Greg Thain" userId="fb6a94ea1b602659" providerId="LiveId" clId="{E0EF8A8E-7408-4B9C-9CC5-1E272D9DB46C}" dt="2026-09-27T07:21:55.683" v="2936" actId="1076"/>
          <ac:spMkLst>
            <pc:docMk/>
            <pc:sldMk cId="127237538" sldId="355"/>
            <ac:spMk id="10" creationId="{00E18519-FE19-6C2D-3E39-AC0D5E408316}"/>
          </ac:spMkLst>
        </pc:spChg>
        <pc:spChg chg="add mod">
          <ac:chgData name="Greg Thain" userId="fb6a94ea1b602659" providerId="LiveId" clId="{E0EF8A8E-7408-4B9C-9CC5-1E272D9DB46C}" dt="2026-09-27T07:21:55.683" v="2936" actId="1076"/>
          <ac:spMkLst>
            <pc:docMk/>
            <pc:sldMk cId="127237538" sldId="355"/>
            <ac:spMk id="11" creationId="{071AE17F-7ADC-7AB5-A560-C0913CF13F17}"/>
          </ac:spMkLst>
        </pc:spChg>
        <pc:spChg chg="add mod">
          <ac:chgData name="Greg Thain" userId="fb6a94ea1b602659" providerId="LiveId" clId="{E0EF8A8E-7408-4B9C-9CC5-1E272D9DB46C}" dt="2026-09-27T07:21:55.683" v="2936" actId="1076"/>
          <ac:spMkLst>
            <pc:docMk/>
            <pc:sldMk cId="127237538" sldId="355"/>
            <ac:spMk id="12" creationId="{9C3F0324-3A57-BA8B-6E01-D5DD9681539D}"/>
          </ac:spMkLst>
        </pc:spChg>
        <pc:spChg chg="add mod">
          <ac:chgData name="Greg Thain" userId="fb6a94ea1b602659" providerId="LiveId" clId="{E0EF8A8E-7408-4B9C-9CC5-1E272D9DB46C}" dt="2026-09-27T07:21:55.683" v="2936" actId="1076"/>
          <ac:spMkLst>
            <pc:docMk/>
            <pc:sldMk cId="127237538" sldId="355"/>
            <ac:spMk id="13" creationId="{6B30E1CF-1D34-3C25-CE3F-4567BCF110ED}"/>
          </ac:spMkLst>
        </pc:spChg>
      </pc:sldChg>
      <pc:sldChg chg="addSp modSp new mod">
        <pc:chgData name="Greg Thain" userId="fb6a94ea1b602659" providerId="LiveId" clId="{E0EF8A8E-7408-4B9C-9CC5-1E272D9DB46C}" dt="2026-09-27T07:26:45.811" v="3018" actId="20577"/>
        <pc:sldMkLst>
          <pc:docMk/>
          <pc:sldMk cId="2355338032" sldId="356"/>
        </pc:sldMkLst>
        <pc:spChg chg="mod">
          <ac:chgData name="Greg Thain" userId="fb6a94ea1b602659" providerId="LiveId" clId="{E0EF8A8E-7408-4B9C-9CC5-1E272D9DB46C}" dt="2026-09-27T07:22:57.404" v="2995" actId="20577"/>
          <ac:spMkLst>
            <pc:docMk/>
            <pc:sldMk cId="2355338032" sldId="356"/>
            <ac:spMk id="2" creationId="{BDEEBD4D-803B-8ADB-BD16-CA13F2979003}"/>
          </ac:spMkLst>
        </pc:spChg>
        <pc:spChg chg="mod">
          <ac:chgData name="Greg Thain" userId="fb6a94ea1b602659" providerId="LiveId" clId="{E0EF8A8E-7408-4B9C-9CC5-1E272D9DB46C}" dt="2026-09-27T07:26:45.811" v="3018" actId="20577"/>
          <ac:spMkLst>
            <pc:docMk/>
            <pc:sldMk cId="2355338032" sldId="356"/>
            <ac:spMk id="3" creationId="{03A8AC62-BEC8-7336-AC0B-5B51585B3985}"/>
          </ac:spMkLst>
        </pc:spChg>
        <pc:spChg chg="add mod">
          <ac:chgData name="Greg Thain" userId="fb6a94ea1b602659" providerId="LiveId" clId="{E0EF8A8E-7408-4B9C-9CC5-1E272D9DB46C}" dt="2026-09-27T07:23:35.364" v="3006" actId="20577"/>
          <ac:spMkLst>
            <pc:docMk/>
            <pc:sldMk cId="2355338032" sldId="356"/>
            <ac:spMk id="5" creationId="{40EE6351-2495-1BBD-3BE9-02AAD21E27EB}"/>
          </ac:spMkLst>
        </pc:spChg>
      </pc:sldChg>
      <pc:sldChg chg="modSp new mod">
        <pc:chgData name="Greg Thain" userId="fb6a94ea1b602659" providerId="LiveId" clId="{E0EF8A8E-7408-4B9C-9CC5-1E272D9DB46C}" dt="2026-09-27T07:29:37.982" v="3232" actId="5793"/>
        <pc:sldMkLst>
          <pc:docMk/>
          <pc:sldMk cId="2374240407" sldId="357"/>
        </pc:sldMkLst>
        <pc:spChg chg="mod">
          <ac:chgData name="Greg Thain" userId="fb6a94ea1b602659" providerId="LiveId" clId="{E0EF8A8E-7408-4B9C-9CC5-1E272D9DB46C}" dt="2026-09-27T07:28:58.822" v="3070" actId="20577"/>
          <ac:spMkLst>
            <pc:docMk/>
            <pc:sldMk cId="2374240407" sldId="357"/>
            <ac:spMk id="2" creationId="{9FC5D0DA-F6A3-9487-8397-90965904F78F}"/>
          </ac:spMkLst>
        </pc:spChg>
        <pc:spChg chg="mod">
          <ac:chgData name="Greg Thain" userId="fb6a94ea1b602659" providerId="LiveId" clId="{E0EF8A8E-7408-4B9C-9CC5-1E272D9DB46C}" dt="2026-09-27T07:29:37.982" v="3232" actId="5793"/>
          <ac:spMkLst>
            <pc:docMk/>
            <pc:sldMk cId="2374240407" sldId="357"/>
            <ac:spMk id="3" creationId="{7A7C3462-FC3F-3108-89CC-5876C7CFA93F}"/>
          </ac:spMkLst>
        </pc:spChg>
      </pc:sldChg>
      <pc:sldChg chg="addSp delSp modSp new mod modAnim">
        <pc:chgData name="Greg Thain" userId="fb6a94ea1b602659" providerId="LiveId" clId="{E0EF8A8E-7408-4B9C-9CC5-1E272D9DB46C}" dt="2026-09-27T07:31:35.487" v="3267"/>
        <pc:sldMkLst>
          <pc:docMk/>
          <pc:sldMk cId="3456402719" sldId="358"/>
        </pc:sldMkLst>
        <pc:spChg chg="mod">
          <ac:chgData name="Greg Thain" userId="fb6a94ea1b602659" providerId="LiveId" clId="{E0EF8A8E-7408-4B9C-9CC5-1E272D9DB46C}" dt="2026-09-27T07:30:35.730" v="3258" actId="20577"/>
          <ac:spMkLst>
            <pc:docMk/>
            <pc:sldMk cId="3456402719" sldId="358"/>
            <ac:spMk id="2" creationId="{9DA51F90-7B07-1F8A-252A-FEAC394C0347}"/>
          </ac:spMkLst>
        </pc:spChg>
        <pc:spChg chg="add mod">
          <ac:chgData name="Greg Thain" userId="fb6a94ea1b602659" providerId="LiveId" clId="{E0EF8A8E-7408-4B9C-9CC5-1E272D9DB46C}" dt="2026-09-27T07:31:22.189" v="3263" actId="1076"/>
          <ac:spMkLst>
            <pc:docMk/>
            <pc:sldMk cId="3456402719" sldId="358"/>
            <ac:spMk id="4" creationId="{30FB1330-5345-7E22-336F-30DB6BFE8D01}"/>
          </ac:spMkLst>
        </pc:spChg>
        <pc:spChg chg="add mod">
          <ac:chgData name="Greg Thain" userId="fb6a94ea1b602659" providerId="LiveId" clId="{E0EF8A8E-7408-4B9C-9CC5-1E272D9DB46C}" dt="2026-09-27T07:31:12.609" v="3262" actId="14100"/>
          <ac:spMkLst>
            <pc:docMk/>
            <pc:sldMk cId="3456402719" sldId="358"/>
            <ac:spMk id="5" creationId="{27B95C9D-54D3-E73A-F734-E6290CA1BC0F}"/>
          </ac:spMkLst>
        </pc:spChg>
        <pc:spChg chg="add mod">
          <ac:chgData name="Greg Thain" userId="fb6a94ea1b602659" providerId="LiveId" clId="{E0EF8A8E-7408-4B9C-9CC5-1E272D9DB46C}" dt="2026-09-27T07:31:12.609" v="3262" actId="14100"/>
          <ac:spMkLst>
            <pc:docMk/>
            <pc:sldMk cId="3456402719" sldId="358"/>
            <ac:spMk id="6" creationId="{B4CD1FF8-751A-58FE-743C-29BB29678C50}"/>
          </ac:spMkLst>
        </pc:spChg>
        <pc:spChg chg="add mod">
          <ac:chgData name="Greg Thain" userId="fb6a94ea1b602659" providerId="LiveId" clId="{E0EF8A8E-7408-4B9C-9CC5-1E272D9DB46C}" dt="2026-09-27T07:31:12.609" v="3262" actId="14100"/>
          <ac:spMkLst>
            <pc:docMk/>
            <pc:sldMk cId="3456402719" sldId="358"/>
            <ac:spMk id="7" creationId="{34ED8F27-F79B-2A9D-3CA6-DD21190C4698}"/>
          </ac:spMkLst>
        </pc:spChg>
        <pc:spChg chg="add mod">
          <ac:chgData name="Greg Thain" userId="fb6a94ea1b602659" providerId="LiveId" clId="{E0EF8A8E-7408-4B9C-9CC5-1E272D9DB46C}" dt="2026-09-27T07:31:12.609" v="3262" actId="14100"/>
          <ac:spMkLst>
            <pc:docMk/>
            <pc:sldMk cId="3456402719" sldId="358"/>
            <ac:spMk id="8" creationId="{96B206B9-4370-9139-EC91-35F11FD28857}"/>
          </ac:spMkLst>
        </pc:spChg>
      </pc:sldChg>
      <pc:sldChg chg="addSp delSp modSp new mod modAnim">
        <pc:chgData name="Greg Thain" userId="fb6a94ea1b602659" providerId="LiveId" clId="{E0EF8A8E-7408-4B9C-9CC5-1E272D9DB46C}" dt="2026-09-27T07:33:45.347" v="3298"/>
        <pc:sldMkLst>
          <pc:docMk/>
          <pc:sldMk cId="520947166" sldId="359"/>
        </pc:sldMkLst>
        <pc:spChg chg="mod">
          <ac:chgData name="Greg Thain" userId="fb6a94ea1b602659" providerId="LiveId" clId="{E0EF8A8E-7408-4B9C-9CC5-1E272D9DB46C}" dt="2026-09-27T07:33:06.598" v="3280" actId="20577"/>
          <ac:spMkLst>
            <pc:docMk/>
            <pc:sldMk cId="520947166" sldId="359"/>
            <ac:spMk id="2" creationId="{7CA95698-590C-6EA3-47A0-EE38E807F564}"/>
          </ac:spMkLst>
        </pc:spChg>
        <pc:spChg chg="add mod">
          <ac:chgData name="Greg Thain" userId="fb6a94ea1b602659" providerId="LiveId" clId="{E0EF8A8E-7408-4B9C-9CC5-1E272D9DB46C}" dt="2026-09-27T07:33:39.779" v="3283" actId="1076"/>
          <ac:spMkLst>
            <pc:docMk/>
            <pc:sldMk cId="520947166" sldId="359"/>
            <ac:spMk id="4" creationId="{8AF4EB64-0FC9-884D-0461-7F4FF430AC3F}"/>
          </ac:spMkLst>
        </pc:spChg>
        <pc:spChg chg="add mod">
          <ac:chgData name="Greg Thain" userId="fb6a94ea1b602659" providerId="LiveId" clId="{E0EF8A8E-7408-4B9C-9CC5-1E272D9DB46C}" dt="2026-09-27T07:33:39.779" v="3283" actId="1076"/>
          <ac:spMkLst>
            <pc:docMk/>
            <pc:sldMk cId="520947166" sldId="359"/>
            <ac:spMk id="5" creationId="{6A63968A-E150-FFAB-8F3C-04F5F03B8E62}"/>
          </ac:spMkLst>
        </pc:spChg>
        <pc:spChg chg="add mod">
          <ac:chgData name="Greg Thain" userId="fb6a94ea1b602659" providerId="LiveId" clId="{E0EF8A8E-7408-4B9C-9CC5-1E272D9DB46C}" dt="2026-09-27T07:33:39.779" v="3283" actId="1076"/>
          <ac:spMkLst>
            <pc:docMk/>
            <pc:sldMk cId="520947166" sldId="359"/>
            <ac:spMk id="10" creationId="{8BA31040-BD3C-84A4-56D5-3DFF2FB133E6}"/>
          </ac:spMkLst>
        </pc:spChg>
        <pc:spChg chg="add mod">
          <ac:chgData name="Greg Thain" userId="fb6a94ea1b602659" providerId="LiveId" clId="{E0EF8A8E-7408-4B9C-9CC5-1E272D9DB46C}" dt="2026-09-27T07:33:39.779" v="3283" actId="1076"/>
          <ac:spMkLst>
            <pc:docMk/>
            <pc:sldMk cId="520947166" sldId="359"/>
            <ac:spMk id="11" creationId="{1EE19DD1-82FC-D1EC-622F-BD13DB661B07}"/>
          </ac:spMkLst>
        </pc:spChg>
        <pc:spChg chg="add mod">
          <ac:chgData name="Greg Thain" userId="fb6a94ea1b602659" providerId="LiveId" clId="{E0EF8A8E-7408-4B9C-9CC5-1E272D9DB46C}" dt="2026-09-27T07:33:39.779" v="3283" actId="1076"/>
          <ac:spMkLst>
            <pc:docMk/>
            <pc:sldMk cId="520947166" sldId="359"/>
            <ac:spMk id="12" creationId="{CA70BC85-E330-F6A9-72A3-FD775D0519ED}"/>
          </ac:spMkLst>
        </pc:spChg>
        <pc:spChg chg="add mod">
          <ac:chgData name="Greg Thain" userId="fb6a94ea1b602659" providerId="LiveId" clId="{E0EF8A8E-7408-4B9C-9CC5-1E272D9DB46C}" dt="2026-09-27T07:33:39.779" v="3283" actId="1076"/>
          <ac:spMkLst>
            <pc:docMk/>
            <pc:sldMk cId="520947166" sldId="359"/>
            <ac:spMk id="13" creationId="{36163C35-52FB-ED2F-DA63-F9F83E24FEA4}"/>
          </ac:spMkLst>
        </pc:spChg>
        <pc:spChg chg="add mod">
          <ac:chgData name="Greg Thain" userId="fb6a94ea1b602659" providerId="LiveId" clId="{E0EF8A8E-7408-4B9C-9CC5-1E272D9DB46C}" dt="2026-09-27T07:33:39.779" v="3283" actId="1076"/>
          <ac:spMkLst>
            <pc:docMk/>
            <pc:sldMk cId="520947166" sldId="359"/>
            <ac:spMk id="15" creationId="{AB4FFACA-E354-D5D2-8E93-16D1DA3F8D8B}"/>
          </ac:spMkLst>
        </pc:spChg>
        <pc:spChg chg="add mod">
          <ac:chgData name="Greg Thain" userId="fb6a94ea1b602659" providerId="LiveId" clId="{E0EF8A8E-7408-4B9C-9CC5-1E272D9DB46C}" dt="2026-09-27T07:33:39.779" v="3283" actId="1076"/>
          <ac:spMkLst>
            <pc:docMk/>
            <pc:sldMk cId="520947166" sldId="359"/>
            <ac:spMk id="16" creationId="{1F0F23CA-D9EB-3509-3BCF-3020E63717B0}"/>
          </ac:spMkLst>
        </pc:spChg>
        <pc:spChg chg="add mod">
          <ac:chgData name="Greg Thain" userId="fb6a94ea1b602659" providerId="LiveId" clId="{E0EF8A8E-7408-4B9C-9CC5-1E272D9DB46C}" dt="2026-09-27T07:33:39.779" v="3283" actId="1076"/>
          <ac:spMkLst>
            <pc:docMk/>
            <pc:sldMk cId="520947166" sldId="359"/>
            <ac:spMk id="17" creationId="{9EE22302-142A-6CCA-7E41-D5E148C74557}"/>
          </ac:spMkLst>
        </pc:spChg>
        <pc:spChg chg="add mod">
          <ac:chgData name="Greg Thain" userId="fb6a94ea1b602659" providerId="LiveId" clId="{E0EF8A8E-7408-4B9C-9CC5-1E272D9DB46C}" dt="2026-09-27T07:33:39.779" v="3283" actId="1076"/>
          <ac:spMkLst>
            <pc:docMk/>
            <pc:sldMk cId="520947166" sldId="359"/>
            <ac:spMk id="18" creationId="{D36BCF8E-44A5-C7D5-EA93-17FCBF4E2464}"/>
          </ac:spMkLst>
        </pc:spChg>
      </pc:sldChg>
      <pc:sldChg chg="addSp delSp modSp new mod modAnim">
        <pc:chgData name="Greg Thain" userId="fb6a94ea1b602659" providerId="LiveId" clId="{E0EF8A8E-7408-4B9C-9CC5-1E272D9DB46C}" dt="2026-09-27T07:35:17.537" v="3336" actId="20577"/>
        <pc:sldMkLst>
          <pc:docMk/>
          <pc:sldMk cId="4265464343" sldId="360"/>
        </pc:sldMkLst>
        <pc:spChg chg="mod">
          <ac:chgData name="Greg Thain" userId="fb6a94ea1b602659" providerId="LiveId" clId="{E0EF8A8E-7408-4B9C-9CC5-1E272D9DB46C}" dt="2026-09-27T07:35:17.537" v="3336" actId="20577"/>
          <ac:spMkLst>
            <pc:docMk/>
            <pc:sldMk cId="4265464343" sldId="360"/>
            <ac:spMk id="2" creationId="{69E22A8B-6B06-0792-F49D-38DBA9444020}"/>
          </ac:spMkLst>
        </pc:spChg>
        <pc:spChg chg="add mod">
          <ac:chgData name="Greg Thain" userId="fb6a94ea1b602659" providerId="LiveId" clId="{E0EF8A8E-7408-4B9C-9CC5-1E272D9DB46C}" dt="2026-09-27T07:34:47.077" v="3303" actId="1076"/>
          <ac:spMkLst>
            <pc:docMk/>
            <pc:sldMk cId="4265464343" sldId="360"/>
            <ac:spMk id="4" creationId="{0018CFCB-A65B-9E01-F69D-FA725F7DD4E0}"/>
          </ac:spMkLst>
        </pc:spChg>
        <pc:spChg chg="add mod">
          <ac:chgData name="Greg Thain" userId="fb6a94ea1b602659" providerId="LiveId" clId="{E0EF8A8E-7408-4B9C-9CC5-1E272D9DB46C}" dt="2026-09-27T07:34:47.077" v="3303" actId="1076"/>
          <ac:spMkLst>
            <pc:docMk/>
            <pc:sldMk cId="4265464343" sldId="360"/>
            <ac:spMk id="5" creationId="{A674FD67-299E-D968-D5D0-2F2D9130B85C}"/>
          </ac:spMkLst>
        </pc:spChg>
        <pc:spChg chg="add mod">
          <ac:chgData name="Greg Thain" userId="fb6a94ea1b602659" providerId="LiveId" clId="{E0EF8A8E-7408-4B9C-9CC5-1E272D9DB46C}" dt="2026-09-27T07:34:47.077" v="3303" actId="1076"/>
          <ac:spMkLst>
            <pc:docMk/>
            <pc:sldMk cId="4265464343" sldId="360"/>
            <ac:spMk id="6" creationId="{FA76E1EB-0B66-2BB8-541B-531B41099B16}"/>
          </ac:spMkLst>
        </pc:spChg>
        <pc:spChg chg="add mod">
          <ac:chgData name="Greg Thain" userId="fb6a94ea1b602659" providerId="LiveId" clId="{E0EF8A8E-7408-4B9C-9CC5-1E272D9DB46C}" dt="2026-09-27T07:34:47.077" v="3303" actId="1076"/>
          <ac:spMkLst>
            <pc:docMk/>
            <pc:sldMk cId="4265464343" sldId="360"/>
            <ac:spMk id="7" creationId="{4592CE13-338E-6B51-F67C-7AEE6C0D7E20}"/>
          </ac:spMkLst>
        </pc:spChg>
        <pc:spChg chg="add mod">
          <ac:chgData name="Greg Thain" userId="fb6a94ea1b602659" providerId="LiveId" clId="{E0EF8A8E-7408-4B9C-9CC5-1E272D9DB46C}" dt="2026-09-27T07:34:47.077" v="3303" actId="1076"/>
          <ac:spMkLst>
            <pc:docMk/>
            <pc:sldMk cId="4265464343" sldId="360"/>
            <ac:spMk id="8" creationId="{16F195E7-5FEF-21D9-9324-B6668EAD3F52}"/>
          </ac:spMkLst>
        </pc:spChg>
        <pc:spChg chg="add mod">
          <ac:chgData name="Greg Thain" userId="fb6a94ea1b602659" providerId="LiveId" clId="{E0EF8A8E-7408-4B9C-9CC5-1E272D9DB46C}" dt="2026-09-27T07:34:47.077" v="3303" actId="1076"/>
          <ac:spMkLst>
            <pc:docMk/>
            <pc:sldMk cId="4265464343" sldId="360"/>
            <ac:spMk id="9" creationId="{EC58705D-C76D-DF3F-D49A-F28F09DEE3DE}"/>
          </ac:spMkLst>
        </pc:spChg>
        <pc:spChg chg="add mod">
          <ac:chgData name="Greg Thain" userId="fb6a94ea1b602659" providerId="LiveId" clId="{E0EF8A8E-7408-4B9C-9CC5-1E272D9DB46C}" dt="2026-09-27T07:34:47.077" v="3303" actId="1076"/>
          <ac:spMkLst>
            <pc:docMk/>
            <pc:sldMk cId="4265464343" sldId="360"/>
            <ac:spMk id="10" creationId="{91F121A9-EF2F-2118-B995-0D5C32FC680C}"/>
          </ac:spMkLst>
        </pc:spChg>
        <pc:spChg chg="add mod">
          <ac:chgData name="Greg Thain" userId="fb6a94ea1b602659" providerId="LiveId" clId="{E0EF8A8E-7408-4B9C-9CC5-1E272D9DB46C}" dt="2026-09-27T07:34:47.077" v="3303" actId="1076"/>
          <ac:spMkLst>
            <pc:docMk/>
            <pc:sldMk cId="4265464343" sldId="360"/>
            <ac:spMk id="11" creationId="{824B4DF7-D49A-D776-52E7-C12F104EC984}"/>
          </ac:spMkLst>
        </pc:spChg>
        <pc:spChg chg="add mod">
          <ac:chgData name="Greg Thain" userId="fb6a94ea1b602659" providerId="LiveId" clId="{E0EF8A8E-7408-4B9C-9CC5-1E272D9DB46C}" dt="2026-09-27T07:34:47.077" v="3303" actId="1076"/>
          <ac:spMkLst>
            <pc:docMk/>
            <pc:sldMk cId="4265464343" sldId="360"/>
            <ac:spMk id="13" creationId="{4C800C09-29A7-DA13-0D4F-64A1F2EB664C}"/>
          </ac:spMkLst>
        </pc:spChg>
        <pc:spChg chg="add mod">
          <ac:chgData name="Greg Thain" userId="fb6a94ea1b602659" providerId="LiveId" clId="{E0EF8A8E-7408-4B9C-9CC5-1E272D9DB46C}" dt="2026-09-27T07:34:47.077" v="3303" actId="1076"/>
          <ac:spMkLst>
            <pc:docMk/>
            <pc:sldMk cId="4265464343" sldId="360"/>
            <ac:spMk id="14" creationId="{11090892-55E0-A1D3-0787-148B6FD2CE08}"/>
          </ac:spMkLst>
        </pc:spChg>
        <pc:spChg chg="add mod">
          <ac:chgData name="Greg Thain" userId="fb6a94ea1b602659" providerId="LiveId" clId="{E0EF8A8E-7408-4B9C-9CC5-1E272D9DB46C}" dt="2026-09-27T07:35:06.199" v="3305" actId="1076"/>
          <ac:spMkLst>
            <pc:docMk/>
            <pc:sldMk cId="4265464343" sldId="360"/>
            <ac:spMk id="15" creationId="{0BF5DDAB-EE7B-7306-DE52-45E29989C4C7}"/>
          </ac:spMkLst>
        </pc:spChg>
      </pc:sldChg>
      <pc:sldChg chg="addSp delSp modSp new mod delAnim modAnim">
        <pc:chgData name="Greg Thain" userId="fb6a94ea1b602659" providerId="LiveId" clId="{E0EF8A8E-7408-4B9C-9CC5-1E272D9DB46C}" dt="2026-09-27T07:37:58.166" v="3382" actId="20577"/>
        <pc:sldMkLst>
          <pc:docMk/>
          <pc:sldMk cId="2000642270" sldId="361"/>
        </pc:sldMkLst>
        <pc:spChg chg="mod">
          <ac:chgData name="Greg Thain" userId="fb6a94ea1b602659" providerId="LiveId" clId="{E0EF8A8E-7408-4B9C-9CC5-1E272D9DB46C}" dt="2026-09-27T07:37:58.166" v="3382" actId="20577"/>
          <ac:spMkLst>
            <pc:docMk/>
            <pc:sldMk cId="2000642270" sldId="361"/>
            <ac:spMk id="2" creationId="{5EAA640F-1DB2-391B-0258-F4F67285EE85}"/>
          </ac:spMkLst>
        </pc:spChg>
        <pc:spChg chg="add mod">
          <ac:chgData name="Greg Thain" userId="fb6a94ea1b602659" providerId="LiveId" clId="{E0EF8A8E-7408-4B9C-9CC5-1E272D9DB46C}" dt="2026-09-27T07:37:19.217" v="3340" actId="1076"/>
          <ac:spMkLst>
            <pc:docMk/>
            <pc:sldMk cId="2000642270" sldId="361"/>
            <ac:spMk id="4" creationId="{21CFE2D3-8F9D-D246-F622-021B04EA35B9}"/>
          </ac:spMkLst>
        </pc:spChg>
        <pc:spChg chg="add mod">
          <ac:chgData name="Greg Thain" userId="fb6a94ea1b602659" providerId="LiveId" clId="{E0EF8A8E-7408-4B9C-9CC5-1E272D9DB46C}" dt="2026-09-27T07:37:19.217" v="3340" actId="1076"/>
          <ac:spMkLst>
            <pc:docMk/>
            <pc:sldMk cId="2000642270" sldId="361"/>
            <ac:spMk id="5" creationId="{46B4C707-0314-C2C3-E1F9-A9990EC09EF6}"/>
          </ac:spMkLst>
        </pc:spChg>
        <pc:spChg chg="add mod">
          <ac:chgData name="Greg Thain" userId="fb6a94ea1b602659" providerId="LiveId" clId="{E0EF8A8E-7408-4B9C-9CC5-1E272D9DB46C}" dt="2026-09-27T07:37:19.217" v="3340" actId="1076"/>
          <ac:spMkLst>
            <pc:docMk/>
            <pc:sldMk cId="2000642270" sldId="361"/>
            <ac:spMk id="6" creationId="{06564D7C-DA00-74E2-88C7-14DFC08C0D09}"/>
          </ac:spMkLst>
        </pc:spChg>
        <pc:spChg chg="add mod">
          <ac:chgData name="Greg Thain" userId="fb6a94ea1b602659" providerId="LiveId" clId="{E0EF8A8E-7408-4B9C-9CC5-1E272D9DB46C}" dt="2026-09-27T07:37:19.217" v="3340" actId="1076"/>
          <ac:spMkLst>
            <pc:docMk/>
            <pc:sldMk cId="2000642270" sldId="361"/>
            <ac:spMk id="7" creationId="{CC79EF9F-26E0-0830-DA7C-E777F6452EE0}"/>
          </ac:spMkLst>
        </pc:spChg>
        <pc:spChg chg="add mod">
          <ac:chgData name="Greg Thain" userId="fb6a94ea1b602659" providerId="LiveId" clId="{E0EF8A8E-7408-4B9C-9CC5-1E272D9DB46C}" dt="2026-09-27T07:37:19.217" v="3340" actId="1076"/>
          <ac:spMkLst>
            <pc:docMk/>
            <pc:sldMk cId="2000642270" sldId="361"/>
            <ac:spMk id="8" creationId="{F3C439F6-CFB5-E640-12F0-4464B45A6FD3}"/>
          </ac:spMkLst>
        </pc:spChg>
      </pc:sldChg>
      <pc:sldChg chg="addSp delSp modSp new mod modAnim">
        <pc:chgData name="Greg Thain" userId="fb6a94ea1b602659" providerId="LiveId" clId="{E0EF8A8E-7408-4B9C-9CC5-1E272D9DB46C}" dt="2026-09-27T07:39:18.309" v="3417"/>
        <pc:sldMkLst>
          <pc:docMk/>
          <pc:sldMk cId="3327784526" sldId="362"/>
        </pc:sldMkLst>
        <pc:spChg chg="mod">
          <ac:chgData name="Greg Thain" userId="fb6a94ea1b602659" providerId="LiveId" clId="{E0EF8A8E-7408-4B9C-9CC5-1E272D9DB46C}" dt="2026-09-27T07:38:36.712" v="3408" actId="20577"/>
          <ac:spMkLst>
            <pc:docMk/>
            <pc:sldMk cId="3327784526" sldId="362"/>
            <ac:spMk id="2" creationId="{EDA7BA0A-43CC-7F5E-6787-5098AFB85E28}"/>
          </ac:spMkLst>
        </pc:spChg>
        <pc:spChg chg="add mod">
          <ac:chgData name="Greg Thain" userId="fb6a94ea1b602659" providerId="LiveId" clId="{E0EF8A8E-7408-4B9C-9CC5-1E272D9DB46C}" dt="2026-09-27T07:39:15.232" v="3411" actId="1076"/>
          <ac:spMkLst>
            <pc:docMk/>
            <pc:sldMk cId="3327784526" sldId="362"/>
            <ac:spMk id="4" creationId="{F30C8B2B-62C9-9BA3-1839-5AEC809F73CC}"/>
          </ac:spMkLst>
        </pc:spChg>
        <pc:spChg chg="add mod">
          <ac:chgData name="Greg Thain" userId="fb6a94ea1b602659" providerId="LiveId" clId="{E0EF8A8E-7408-4B9C-9CC5-1E272D9DB46C}" dt="2026-09-27T07:39:15.232" v="3411" actId="1076"/>
          <ac:spMkLst>
            <pc:docMk/>
            <pc:sldMk cId="3327784526" sldId="362"/>
            <ac:spMk id="5" creationId="{F1E6CDA1-DC65-2055-CC32-31F1DDD217A7}"/>
          </ac:spMkLst>
        </pc:spChg>
        <pc:spChg chg="add mod">
          <ac:chgData name="Greg Thain" userId="fb6a94ea1b602659" providerId="LiveId" clId="{E0EF8A8E-7408-4B9C-9CC5-1E272D9DB46C}" dt="2026-09-27T07:39:15.232" v="3411" actId="1076"/>
          <ac:spMkLst>
            <pc:docMk/>
            <pc:sldMk cId="3327784526" sldId="362"/>
            <ac:spMk id="6" creationId="{840D33B9-4CE0-F9BA-23C2-2DBD77442F5A}"/>
          </ac:spMkLst>
        </pc:spChg>
        <pc:spChg chg="add mod">
          <ac:chgData name="Greg Thain" userId="fb6a94ea1b602659" providerId="LiveId" clId="{E0EF8A8E-7408-4B9C-9CC5-1E272D9DB46C}" dt="2026-09-27T07:39:15.232" v="3411" actId="1076"/>
          <ac:spMkLst>
            <pc:docMk/>
            <pc:sldMk cId="3327784526" sldId="362"/>
            <ac:spMk id="7" creationId="{63C4AB45-A618-8073-CE35-BCFF7DAB45E0}"/>
          </ac:spMkLst>
        </pc:spChg>
        <pc:spChg chg="add mod">
          <ac:chgData name="Greg Thain" userId="fb6a94ea1b602659" providerId="LiveId" clId="{E0EF8A8E-7408-4B9C-9CC5-1E272D9DB46C}" dt="2026-09-27T07:39:15.232" v="3411" actId="1076"/>
          <ac:spMkLst>
            <pc:docMk/>
            <pc:sldMk cId="3327784526" sldId="362"/>
            <ac:spMk id="8" creationId="{BBBF5D05-377D-C1BE-A64D-CD2E09F1A281}"/>
          </ac:spMkLst>
        </pc:spChg>
        <pc:spChg chg="add mod">
          <ac:chgData name="Greg Thain" userId="fb6a94ea1b602659" providerId="LiveId" clId="{E0EF8A8E-7408-4B9C-9CC5-1E272D9DB46C}" dt="2026-09-27T07:39:15.232" v="3411" actId="1076"/>
          <ac:spMkLst>
            <pc:docMk/>
            <pc:sldMk cId="3327784526" sldId="362"/>
            <ac:spMk id="9" creationId="{13DB5287-DBDC-DEC8-72A0-A0CBF781EAEA}"/>
          </ac:spMkLst>
        </pc:spChg>
        <pc:spChg chg="add mod">
          <ac:chgData name="Greg Thain" userId="fb6a94ea1b602659" providerId="LiveId" clId="{E0EF8A8E-7408-4B9C-9CC5-1E272D9DB46C}" dt="2026-09-27T07:39:15.232" v="3411" actId="1076"/>
          <ac:spMkLst>
            <pc:docMk/>
            <pc:sldMk cId="3327784526" sldId="362"/>
            <ac:spMk id="10" creationId="{99683F9E-9556-4D6A-0F44-0B29A9B92E32}"/>
          </ac:spMkLst>
        </pc:spChg>
      </pc:sldChg>
      <pc:sldChg chg="addSp delSp modSp new mod modAnim">
        <pc:chgData name="Greg Thain" userId="fb6a94ea1b602659" providerId="LiveId" clId="{E0EF8A8E-7408-4B9C-9CC5-1E272D9DB46C}" dt="2026-09-27T07:40:26.745" v="3500" actId="20577"/>
        <pc:sldMkLst>
          <pc:docMk/>
          <pc:sldMk cId="228986413" sldId="363"/>
        </pc:sldMkLst>
        <pc:spChg chg="mod">
          <ac:chgData name="Greg Thain" userId="fb6a94ea1b602659" providerId="LiveId" clId="{E0EF8A8E-7408-4B9C-9CC5-1E272D9DB46C}" dt="2026-09-27T07:40:26.745" v="3500" actId="20577"/>
          <ac:spMkLst>
            <pc:docMk/>
            <pc:sldMk cId="228986413" sldId="363"/>
            <ac:spMk id="2" creationId="{5A3DC9E5-B749-CEB7-E61F-DCB0828D9464}"/>
          </ac:spMkLst>
        </pc:spChg>
        <pc:spChg chg="add mod">
          <ac:chgData name="Greg Thain" userId="fb6a94ea1b602659" providerId="LiveId" clId="{E0EF8A8E-7408-4B9C-9CC5-1E272D9DB46C}" dt="2026-09-27T07:40:11.849" v="3422" actId="1076"/>
          <ac:spMkLst>
            <pc:docMk/>
            <pc:sldMk cId="228986413" sldId="363"/>
            <ac:spMk id="6" creationId="{E6F07653-F659-C32E-8FA0-2E2B197E294F}"/>
          </ac:spMkLst>
        </pc:spChg>
        <pc:spChg chg="add mod">
          <ac:chgData name="Greg Thain" userId="fb6a94ea1b602659" providerId="LiveId" clId="{E0EF8A8E-7408-4B9C-9CC5-1E272D9DB46C}" dt="2026-09-27T07:40:11.849" v="3422" actId="1076"/>
          <ac:spMkLst>
            <pc:docMk/>
            <pc:sldMk cId="228986413" sldId="363"/>
            <ac:spMk id="12" creationId="{8D935502-7630-17C1-4C76-9DEA734A4072}"/>
          </ac:spMkLst>
        </pc:spChg>
        <pc:spChg chg="add mod">
          <ac:chgData name="Greg Thain" userId="fb6a94ea1b602659" providerId="LiveId" clId="{E0EF8A8E-7408-4B9C-9CC5-1E272D9DB46C}" dt="2026-09-27T07:40:11.849" v="3422" actId="1076"/>
          <ac:spMkLst>
            <pc:docMk/>
            <pc:sldMk cId="228986413" sldId="363"/>
            <ac:spMk id="13" creationId="{36D95B46-3EBB-41F2-ACAD-0A63E3AA21A4}"/>
          </ac:spMkLst>
        </pc:spChg>
        <pc:spChg chg="add mod">
          <ac:chgData name="Greg Thain" userId="fb6a94ea1b602659" providerId="LiveId" clId="{E0EF8A8E-7408-4B9C-9CC5-1E272D9DB46C}" dt="2026-09-27T07:40:11.849" v="3422" actId="1076"/>
          <ac:spMkLst>
            <pc:docMk/>
            <pc:sldMk cId="228986413" sldId="363"/>
            <ac:spMk id="15" creationId="{CA8ABB25-BDBE-CCFE-41BA-33002988DBAC}"/>
          </ac:spMkLst>
        </pc:spChg>
        <pc:spChg chg="add mod">
          <ac:chgData name="Greg Thain" userId="fb6a94ea1b602659" providerId="LiveId" clId="{E0EF8A8E-7408-4B9C-9CC5-1E272D9DB46C}" dt="2026-09-27T07:40:11.849" v="3422" actId="1076"/>
          <ac:spMkLst>
            <pc:docMk/>
            <pc:sldMk cId="228986413" sldId="363"/>
            <ac:spMk id="16" creationId="{DA796177-5059-EC44-8FFA-1931AA4CC70B}"/>
          </ac:spMkLst>
        </pc:spChg>
        <pc:spChg chg="add mod">
          <ac:chgData name="Greg Thain" userId="fb6a94ea1b602659" providerId="LiveId" clId="{E0EF8A8E-7408-4B9C-9CC5-1E272D9DB46C}" dt="2026-09-27T07:40:11.849" v="3422" actId="1076"/>
          <ac:spMkLst>
            <pc:docMk/>
            <pc:sldMk cId="228986413" sldId="363"/>
            <ac:spMk id="18" creationId="{F5EBDEAC-FE00-AE64-C9F5-F6F3E85CF7C7}"/>
          </ac:spMkLst>
        </pc:spChg>
        <pc:spChg chg="add mod">
          <ac:chgData name="Greg Thain" userId="fb6a94ea1b602659" providerId="LiveId" clId="{E0EF8A8E-7408-4B9C-9CC5-1E272D9DB46C}" dt="2026-09-27T07:40:11.849" v="3422" actId="1076"/>
          <ac:spMkLst>
            <pc:docMk/>
            <pc:sldMk cId="228986413" sldId="363"/>
            <ac:spMk id="31" creationId="{2C0EFAFC-53AB-BE9C-E5BE-0C8B16E69F11}"/>
          </ac:spMkLst>
        </pc:spChg>
        <pc:spChg chg="add mod">
          <ac:chgData name="Greg Thain" userId="fb6a94ea1b602659" providerId="LiveId" clId="{E0EF8A8E-7408-4B9C-9CC5-1E272D9DB46C}" dt="2026-09-27T07:40:11.849" v="3422" actId="1076"/>
          <ac:spMkLst>
            <pc:docMk/>
            <pc:sldMk cId="228986413" sldId="363"/>
            <ac:spMk id="37" creationId="{7C8B7DB5-1CBF-E41C-8036-18890C34944A}"/>
          </ac:spMkLst>
        </pc:spChg>
        <pc:spChg chg="add mod">
          <ac:chgData name="Greg Thain" userId="fb6a94ea1b602659" providerId="LiveId" clId="{E0EF8A8E-7408-4B9C-9CC5-1E272D9DB46C}" dt="2026-09-27T07:40:11.849" v="3422" actId="1076"/>
          <ac:spMkLst>
            <pc:docMk/>
            <pc:sldMk cId="228986413" sldId="363"/>
            <ac:spMk id="38" creationId="{74879D99-E9B0-73AD-F0FE-7D5F1D3C8536}"/>
          </ac:spMkLst>
        </pc:spChg>
        <pc:spChg chg="add mod">
          <ac:chgData name="Greg Thain" userId="fb6a94ea1b602659" providerId="LiveId" clId="{E0EF8A8E-7408-4B9C-9CC5-1E272D9DB46C}" dt="2026-09-27T07:40:11.849" v="3422" actId="1076"/>
          <ac:spMkLst>
            <pc:docMk/>
            <pc:sldMk cId="228986413" sldId="363"/>
            <ac:spMk id="40" creationId="{A2AF4AFD-4E1B-889C-B22A-FCB0D7292F3A}"/>
          </ac:spMkLst>
        </pc:spChg>
      </pc:sldChg>
      <pc:sldChg chg="add">
        <pc:chgData name="Greg Thain" userId="fb6a94ea1b602659" providerId="LiveId" clId="{E0EF8A8E-7408-4B9C-9CC5-1E272D9DB46C}" dt="2026-09-27T07:48:51.527" v="3501"/>
        <pc:sldMkLst>
          <pc:docMk/>
          <pc:sldMk cId="450979886" sldId="364"/>
        </pc:sldMkLst>
      </pc:sldChg>
      <pc:sldChg chg="addSp delSp modSp add mod modTransition">
        <pc:chgData name="Greg Thain" userId="fb6a94ea1b602659" providerId="LiveId" clId="{E0EF8A8E-7408-4B9C-9CC5-1E272D9DB46C}" dt="2026-09-27T07:50:25.099" v="3527" actId="1582"/>
        <pc:sldMkLst>
          <pc:docMk/>
          <pc:sldMk cId="154702958" sldId="365"/>
        </pc:sldMkLst>
        <pc:spChg chg="add mod">
          <ac:chgData name="Greg Thain" userId="fb6a94ea1b602659" providerId="LiveId" clId="{E0EF8A8E-7408-4B9C-9CC5-1E272D9DB46C}" dt="2026-09-27T07:50:25.099" v="3527" actId="1582"/>
          <ac:spMkLst>
            <pc:docMk/>
            <pc:sldMk cId="154702958" sldId="365"/>
            <ac:spMk id="8" creationId="{7630C5E3-8A26-E518-849C-8BD3FAA2B718}"/>
          </ac:spMkLst>
        </pc:spChg>
        <pc:cxnChg chg="mod">
          <ac:chgData name="Greg Thain" userId="fb6a94ea1b602659" providerId="LiveId" clId="{E0EF8A8E-7408-4B9C-9CC5-1E272D9DB46C}" dt="2026-09-27T07:49:18.555" v="3508" actId="14100"/>
          <ac:cxnSpMkLst>
            <pc:docMk/>
            <pc:sldMk cId="154702958" sldId="365"/>
            <ac:cxnSpMk id="17" creationId="{866E5933-7766-B473-CEE4-403D6F2DE1B0}"/>
          </ac:cxnSpMkLst>
        </pc:cxnChg>
      </pc:sldChg>
      <pc:sldChg chg="modSp new mod">
        <pc:chgData name="Greg Thain" userId="fb6a94ea1b602659" providerId="LiveId" clId="{E0EF8A8E-7408-4B9C-9CC5-1E272D9DB46C}" dt="2026-09-27T08:08:35.285" v="3872" actId="20577"/>
        <pc:sldMkLst>
          <pc:docMk/>
          <pc:sldMk cId="159571266" sldId="366"/>
        </pc:sldMkLst>
        <pc:spChg chg="mod">
          <ac:chgData name="Greg Thain" userId="fb6a94ea1b602659" providerId="LiveId" clId="{E0EF8A8E-7408-4B9C-9CC5-1E272D9DB46C}" dt="2026-09-27T08:07:15.148" v="3562" actId="20577"/>
          <ac:spMkLst>
            <pc:docMk/>
            <pc:sldMk cId="159571266" sldId="366"/>
            <ac:spMk id="2" creationId="{831CE788-66AC-FEED-63BC-50070A4BFD2B}"/>
          </ac:spMkLst>
        </pc:spChg>
        <pc:spChg chg="mod">
          <ac:chgData name="Greg Thain" userId="fb6a94ea1b602659" providerId="LiveId" clId="{E0EF8A8E-7408-4B9C-9CC5-1E272D9DB46C}" dt="2026-09-27T08:08:35.285" v="3872" actId="20577"/>
          <ac:spMkLst>
            <pc:docMk/>
            <pc:sldMk cId="159571266" sldId="366"/>
            <ac:spMk id="3" creationId="{6054D93E-1648-50E1-BE4F-ACC5D94F6A03}"/>
          </ac:spMkLst>
        </pc:spChg>
      </pc:sldChg>
      <pc:sldChg chg="add">
        <pc:chgData name="Greg Thain" userId="fb6a94ea1b602659" providerId="LiveId" clId="{E0EF8A8E-7408-4B9C-9CC5-1E272D9DB46C}" dt="2026-09-27T08:16:37.227" v="3873"/>
        <pc:sldMkLst>
          <pc:docMk/>
          <pc:sldMk cId="1914274746" sldId="367"/>
        </pc:sldMkLst>
      </pc:sldChg>
      <pc:sldChg chg="addSp delSp modSp add mod modTransition modAnim chgLayout">
        <pc:chgData name="Greg Thain" userId="fb6a94ea1b602659" providerId="LiveId" clId="{E0EF8A8E-7408-4B9C-9CC5-1E272D9DB46C}" dt="2026-09-27T08:21:26.556" v="4132"/>
        <pc:sldMkLst>
          <pc:docMk/>
          <pc:sldMk cId="2383602928" sldId="368"/>
        </pc:sldMkLst>
        <pc:spChg chg="add mod ord">
          <ac:chgData name="Greg Thain" userId="fb6a94ea1b602659" providerId="LiveId" clId="{E0EF8A8E-7408-4B9C-9CC5-1E272D9DB46C}" dt="2026-09-27T08:20:02.790" v="4059" actId="20577"/>
          <ac:spMkLst>
            <pc:docMk/>
            <pc:sldMk cId="2383602928" sldId="368"/>
            <ac:spMk id="3" creationId="{96CE02AD-6CB1-A3CF-8F82-E2CC5C5BA222}"/>
          </ac:spMkLst>
        </pc:spChg>
        <pc:spChg chg="mod">
          <ac:chgData name="Greg Thain" userId="fb6a94ea1b602659" providerId="LiveId" clId="{E0EF8A8E-7408-4B9C-9CC5-1E272D9DB46C}" dt="2026-09-27T08:17:03.815" v="3878" actId="1076"/>
          <ac:spMkLst>
            <pc:docMk/>
            <pc:sldMk cId="2383602928" sldId="368"/>
            <ac:spMk id="4" creationId="{2E734264-7BAF-90FC-4524-AF58821BC013}"/>
          </ac:spMkLst>
        </pc:spChg>
        <pc:spChg chg="add mod ord">
          <ac:chgData name="Greg Thain" userId="fb6a94ea1b602659" providerId="LiveId" clId="{E0EF8A8E-7408-4B9C-9CC5-1E272D9DB46C}" dt="2026-09-27T08:20:06.567" v="4060" actId="6549"/>
          <ac:spMkLst>
            <pc:docMk/>
            <pc:sldMk cId="2383602928" sldId="368"/>
            <ac:spMk id="7" creationId="{009DC1A7-8E83-62CD-518F-608706988D92}"/>
          </ac:spMkLst>
        </pc:spChg>
        <pc:graphicFrameChg chg="add mod modGraphic">
          <ac:chgData name="Greg Thain" userId="fb6a94ea1b602659" providerId="LiveId" clId="{E0EF8A8E-7408-4B9C-9CC5-1E272D9DB46C}" dt="2026-09-27T08:21:14.730" v="4131" actId="20577"/>
          <ac:graphicFrameMkLst>
            <pc:docMk/>
            <pc:sldMk cId="2383602928" sldId="368"/>
            <ac:graphicFrameMk id="8" creationId="{270D83A9-F6F2-1C62-A145-5B2F7E848C00}"/>
          </ac:graphicFrameMkLst>
        </pc:graphicFrameChg>
      </pc:sldChg>
      <pc:sldChg chg="addSp delSp modSp new mod modAnim">
        <pc:chgData name="Greg Thain" userId="fb6a94ea1b602659" providerId="LiveId" clId="{E0EF8A8E-7408-4B9C-9CC5-1E272D9DB46C}" dt="2026-09-27T14:36:32.537" v="4444" actId="1076"/>
        <pc:sldMkLst>
          <pc:docMk/>
          <pc:sldMk cId="1095188644" sldId="369"/>
        </pc:sldMkLst>
        <pc:spChg chg="mod">
          <ac:chgData name="Greg Thain" userId="fb6a94ea1b602659" providerId="LiveId" clId="{E0EF8A8E-7408-4B9C-9CC5-1E272D9DB46C}" dt="2026-09-27T08:18:30.208" v="4048" actId="20577"/>
          <ac:spMkLst>
            <pc:docMk/>
            <pc:sldMk cId="1095188644" sldId="369"/>
            <ac:spMk id="2" creationId="{C575ED70-184A-031C-6C9C-437389329429}"/>
          </ac:spMkLst>
        </pc:spChg>
        <pc:spChg chg="add mod">
          <ac:chgData name="Greg Thain" userId="fb6a94ea1b602659" providerId="LiveId" clId="{E0EF8A8E-7408-4B9C-9CC5-1E272D9DB46C}" dt="2026-09-27T14:36:32.537" v="4444" actId="1076"/>
          <ac:spMkLst>
            <pc:docMk/>
            <pc:sldMk cId="1095188644" sldId="369"/>
            <ac:spMk id="4" creationId="{62F87D42-CDED-E1CB-3A1D-227CB17C605A}"/>
          </ac:spMkLst>
        </pc:spChg>
        <pc:spChg chg="add mod">
          <ac:chgData name="Greg Thain" userId="fb6a94ea1b602659" providerId="LiveId" clId="{E0EF8A8E-7408-4B9C-9CC5-1E272D9DB46C}" dt="2026-09-27T14:35:18.661" v="4434" actId="21"/>
          <ac:spMkLst>
            <pc:docMk/>
            <pc:sldMk cId="1095188644" sldId="369"/>
            <ac:spMk id="5" creationId="{02775835-339B-A266-17E9-2D2D54ED947A}"/>
          </ac:spMkLst>
        </pc:spChg>
        <pc:spChg chg="add mod">
          <ac:chgData name="Greg Thain" userId="fb6a94ea1b602659" providerId="LiveId" clId="{E0EF8A8E-7408-4B9C-9CC5-1E272D9DB46C}" dt="2026-09-27T14:35:18.661" v="4434" actId="21"/>
          <ac:spMkLst>
            <pc:docMk/>
            <pc:sldMk cId="1095188644" sldId="369"/>
            <ac:spMk id="6" creationId="{9C40B88B-F8D6-5CD8-FF50-7F5EB6997072}"/>
          </ac:spMkLst>
        </pc:spChg>
        <pc:spChg chg="add mod">
          <ac:chgData name="Greg Thain" userId="fb6a94ea1b602659" providerId="LiveId" clId="{E0EF8A8E-7408-4B9C-9CC5-1E272D9DB46C}" dt="2026-09-27T14:35:18.661" v="4434" actId="21"/>
          <ac:spMkLst>
            <pc:docMk/>
            <pc:sldMk cId="1095188644" sldId="369"/>
            <ac:spMk id="7" creationId="{20F4C5C2-DFD4-AE5A-C867-22B066EF342C}"/>
          </ac:spMkLst>
        </pc:spChg>
        <pc:spChg chg="add mod">
          <ac:chgData name="Greg Thain" userId="fb6a94ea1b602659" providerId="LiveId" clId="{E0EF8A8E-7408-4B9C-9CC5-1E272D9DB46C}" dt="2026-09-27T14:35:59.808" v="4440" actId="20577"/>
          <ac:spMkLst>
            <pc:docMk/>
            <pc:sldMk cId="1095188644" sldId="369"/>
            <ac:spMk id="8" creationId="{34B50ACA-6EA2-662F-9BFB-55345B5AD6C2}"/>
          </ac:spMkLst>
        </pc:spChg>
      </pc:sldChg>
      <pc:sldChg chg="modSp new mod">
        <pc:chgData name="Greg Thain" userId="fb6a94ea1b602659" providerId="LiveId" clId="{E0EF8A8E-7408-4B9C-9CC5-1E272D9DB46C}" dt="2026-09-27T08:22:40.187" v="4423" actId="20577"/>
        <pc:sldMkLst>
          <pc:docMk/>
          <pc:sldMk cId="3325343686" sldId="370"/>
        </pc:sldMkLst>
        <pc:spChg chg="mod">
          <ac:chgData name="Greg Thain" userId="fb6a94ea1b602659" providerId="LiveId" clId="{E0EF8A8E-7408-4B9C-9CC5-1E272D9DB46C}" dt="2026-09-27T08:21:56.768" v="4155" actId="20577"/>
          <ac:spMkLst>
            <pc:docMk/>
            <pc:sldMk cId="3325343686" sldId="370"/>
            <ac:spMk id="2" creationId="{FA22EDC8-209F-DF06-9F12-6428291A28D5}"/>
          </ac:spMkLst>
        </pc:spChg>
        <pc:spChg chg="mod">
          <ac:chgData name="Greg Thain" userId="fb6a94ea1b602659" providerId="LiveId" clId="{E0EF8A8E-7408-4B9C-9CC5-1E272D9DB46C}" dt="2026-09-27T08:22:40.187" v="4423" actId="20577"/>
          <ac:spMkLst>
            <pc:docMk/>
            <pc:sldMk cId="3325343686" sldId="370"/>
            <ac:spMk id="3" creationId="{2CAB6CBB-7099-10ED-BBB0-AEF37698F6B2}"/>
          </ac:spMkLst>
        </pc:spChg>
      </pc:sldChg>
      <pc:sldChg chg="addSp delSp modSp new mod">
        <pc:chgData name="Greg Thain" userId="fb6a94ea1b602659" providerId="LiveId" clId="{E0EF8A8E-7408-4B9C-9CC5-1E272D9DB46C}" dt="2026-10-01T03:04:38.445" v="4898" actId="20577"/>
        <pc:sldMkLst>
          <pc:docMk/>
          <pc:sldMk cId="707983258" sldId="371"/>
        </pc:sldMkLst>
        <pc:spChg chg="mod">
          <ac:chgData name="Greg Thain" userId="fb6a94ea1b602659" providerId="LiveId" clId="{E0EF8A8E-7408-4B9C-9CC5-1E272D9DB46C}" dt="2026-10-01T03:04:38.445" v="4898" actId="20577"/>
          <ac:spMkLst>
            <pc:docMk/>
            <pc:sldMk cId="707983258" sldId="371"/>
            <ac:spMk id="2" creationId="{DC6275D0-FA0A-676E-A12B-F62946D0F5A5}"/>
          </ac:spMkLst>
        </pc:spChg>
        <pc:spChg chg="mod">
          <ac:chgData name="Greg Thain" userId="fb6a94ea1b602659" providerId="LiveId" clId="{E0EF8A8E-7408-4B9C-9CC5-1E272D9DB46C}" dt="2026-09-27T14:37:13.742" v="4554" actId="20577"/>
          <ac:spMkLst>
            <pc:docMk/>
            <pc:sldMk cId="707983258" sldId="371"/>
            <ac:spMk id="3" creationId="{87CA4B5A-E1FE-3D55-C523-653601958850}"/>
          </ac:spMkLst>
        </pc:spChg>
        <pc:spChg chg="add del mod">
          <ac:chgData name="Greg Thain" userId="fb6a94ea1b602659" providerId="LiveId" clId="{E0EF8A8E-7408-4B9C-9CC5-1E272D9DB46C}" dt="2026-10-01T02:59:37.170" v="4805"/>
          <ac:spMkLst>
            <pc:docMk/>
            <pc:sldMk cId="707983258" sldId="371"/>
            <ac:spMk id="4" creationId="{CCD77C66-82FA-B987-CBC0-41A12E9562D4}"/>
          </ac:spMkLst>
        </pc:spChg>
        <pc:spChg chg="add del mod">
          <ac:chgData name="Greg Thain" userId="fb6a94ea1b602659" providerId="LiveId" clId="{E0EF8A8E-7408-4B9C-9CC5-1E272D9DB46C}" dt="2026-10-01T03:04:11.895" v="4858" actId="1076"/>
          <ac:spMkLst>
            <pc:docMk/>
            <pc:sldMk cId="707983258" sldId="371"/>
            <ac:spMk id="6" creationId="{FCB22CD1-0379-9770-A12F-58E3AD186A89}"/>
          </ac:spMkLst>
        </pc:spChg>
      </pc:sldChg>
      <pc:sldChg chg="modSp new mod">
        <pc:chgData name="Greg Thain" userId="fb6a94ea1b602659" providerId="LiveId" clId="{E0EF8A8E-7408-4B9C-9CC5-1E272D9DB46C}" dt="2026-09-27T14:37:58.316" v="4580"/>
        <pc:sldMkLst>
          <pc:docMk/>
          <pc:sldMk cId="376567688" sldId="372"/>
        </pc:sldMkLst>
        <pc:spChg chg="mod">
          <ac:chgData name="Greg Thain" userId="fb6a94ea1b602659" providerId="LiveId" clId="{E0EF8A8E-7408-4B9C-9CC5-1E272D9DB46C}" dt="2026-09-27T14:37:48.466" v="4578" actId="20577"/>
          <ac:spMkLst>
            <pc:docMk/>
            <pc:sldMk cId="376567688" sldId="372"/>
            <ac:spMk id="2" creationId="{B87812D5-E910-2A61-2D89-7131D2117B3D}"/>
          </ac:spMkLst>
        </pc:spChg>
        <pc:spChg chg="mod">
          <ac:chgData name="Greg Thain" userId="fb6a94ea1b602659" providerId="LiveId" clId="{E0EF8A8E-7408-4B9C-9CC5-1E272D9DB46C}" dt="2026-09-27T14:37:58.316" v="4580"/>
          <ac:spMkLst>
            <pc:docMk/>
            <pc:sldMk cId="376567688" sldId="372"/>
            <ac:spMk id="3" creationId="{D0EE9E8F-96CE-5DD5-14BD-F686C6110812}"/>
          </ac:spMkLst>
        </pc:spChg>
      </pc:sldChg>
      <pc:sldChg chg="addSp delSp modSp new mod modAnim">
        <pc:chgData name="Greg Thain" userId="fb6a94ea1b602659" providerId="LiveId" clId="{E0EF8A8E-7408-4B9C-9CC5-1E272D9DB46C}" dt="2026-09-27T14:39:02.283" v="4617" actId="20577"/>
        <pc:sldMkLst>
          <pc:docMk/>
          <pc:sldMk cId="3890731124" sldId="373"/>
        </pc:sldMkLst>
        <pc:spChg chg="mod">
          <ac:chgData name="Greg Thain" userId="fb6a94ea1b602659" providerId="LiveId" clId="{E0EF8A8E-7408-4B9C-9CC5-1E272D9DB46C}" dt="2026-09-27T14:39:02.283" v="4617" actId="20577"/>
          <ac:spMkLst>
            <pc:docMk/>
            <pc:sldMk cId="3890731124" sldId="373"/>
            <ac:spMk id="2" creationId="{468CF733-5784-2DB0-3A34-09C45EDCA6B3}"/>
          </ac:spMkLst>
        </pc:spChg>
        <pc:spChg chg="add mod">
          <ac:chgData name="Greg Thain" userId="fb6a94ea1b602659" providerId="LiveId" clId="{E0EF8A8E-7408-4B9C-9CC5-1E272D9DB46C}" dt="2026-09-27T14:38:48.106" v="4584" actId="1076"/>
          <ac:spMkLst>
            <pc:docMk/>
            <pc:sldMk cId="3890731124" sldId="373"/>
            <ac:spMk id="4" creationId="{8397ECBE-A57E-39EF-EC94-79AC040201CD}"/>
          </ac:spMkLst>
        </pc:spChg>
        <pc:spChg chg="add mod">
          <ac:chgData name="Greg Thain" userId="fb6a94ea1b602659" providerId="LiveId" clId="{E0EF8A8E-7408-4B9C-9CC5-1E272D9DB46C}" dt="2026-09-27T14:38:48.106" v="4584" actId="1076"/>
          <ac:spMkLst>
            <pc:docMk/>
            <pc:sldMk cId="3890731124" sldId="373"/>
            <ac:spMk id="5" creationId="{FBCCF4A0-EDDF-9CB9-A154-855F54F5367C}"/>
          </ac:spMkLst>
        </pc:spChg>
        <pc:spChg chg="add mod">
          <ac:chgData name="Greg Thain" userId="fb6a94ea1b602659" providerId="LiveId" clId="{E0EF8A8E-7408-4B9C-9CC5-1E272D9DB46C}" dt="2026-09-27T14:38:48.106" v="4584" actId="1076"/>
          <ac:spMkLst>
            <pc:docMk/>
            <pc:sldMk cId="3890731124" sldId="373"/>
            <ac:spMk id="6" creationId="{197D397B-3529-524F-B7FB-73225F7F05D2}"/>
          </ac:spMkLst>
        </pc:spChg>
        <pc:spChg chg="add mod">
          <ac:chgData name="Greg Thain" userId="fb6a94ea1b602659" providerId="LiveId" clId="{E0EF8A8E-7408-4B9C-9CC5-1E272D9DB46C}" dt="2026-09-27T14:38:48.106" v="4584" actId="1076"/>
          <ac:spMkLst>
            <pc:docMk/>
            <pc:sldMk cId="3890731124" sldId="373"/>
            <ac:spMk id="7" creationId="{D5571ED5-73F0-A411-0E27-5D31A226C4CB}"/>
          </ac:spMkLst>
        </pc:spChg>
        <pc:spChg chg="add mod">
          <ac:chgData name="Greg Thain" userId="fb6a94ea1b602659" providerId="LiveId" clId="{E0EF8A8E-7408-4B9C-9CC5-1E272D9DB46C}" dt="2026-09-27T14:38:48.106" v="4584" actId="1076"/>
          <ac:spMkLst>
            <pc:docMk/>
            <pc:sldMk cId="3890731124" sldId="373"/>
            <ac:spMk id="8" creationId="{5C03F411-08BE-8D10-4522-82FCA7BF8C8A}"/>
          </ac:spMkLst>
        </pc:spChg>
        <pc:spChg chg="add mod">
          <ac:chgData name="Greg Thain" userId="fb6a94ea1b602659" providerId="LiveId" clId="{E0EF8A8E-7408-4B9C-9CC5-1E272D9DB46C}" dt="2026-09-27T14:38:48.106" v="4584" actId="1076"/>
          <ac:spMkLst>
            <pc:docMk/>
            <pc:sldMk cId="3890731124" sldId="373"/>
            <ac:spMk id="9" creationId="{1E7A378D-1548-BB47-A205-7A95BA0236CE}"/>
          </ac:spMkLst>
        </pc:spChg>
      </pc:sldChg>
      <pc:sldChg chg="addSp delSp modSp new mod">
        <pc:chgData name="Greg Thain" userId="fb6a94ea1b602659" providerId="LiveId" clId="{E0EF8A8E-7408-4B9C-9CC5-1E272D9DB46C}" dt="2026-09-27T14:43:04.072" v="4718" actId="14100"/>
        <pc:sldMkLst>
          <pc:docMk/>
          <pc:sldMk cId="3618403724" sldId="374"/>
        </pc:sldMkLst>
        <pc:spChg chg="mod">
          <ac:chgData name="Greg Thain" userId="fb6a94ea1b602659" providerId="LiveId" clId="{E0EF8A8E-7408-4B9C-9CC5-1E272D9DB46C}" dt="2026-09-27T14:41:07.226" v="4648" actId="20577"/>
          <ac:spMkLst>
            <pc:docMk/>
            <pc:sldMk cId="3618403724" sldId="374"/>
            <ac:spMk id="2" creationId="{D287C84D-CB1F-31B7-03A5-A538F5EEDF97}"/>
          </ac:spMkLst>
        </pc:spChg>
        <pc:spChg chg="add mod">
          <ac:chgData name="Greg Thain" userId="fb6a94ea1b602659" providerId="LiveId" clId="{E0EF8A8E-7408-4B9C-9CC5-1E272D9DB46C}" dt="2026-09-27T14:43:04.072" v="4718" actId="14100"/>
          <ac:spMkLst>
            <pc:docMk/>
            <pc:sldMk cId="3618403724" sldId="374"/>
            <ac:spMk id="5" creationId="{5F1D599E-A0F0-EB27-EC6C-925B34EC5B9F}"/>
          </ac:spMkLst>
        </pc:spChg>
      </pc:sldChg>
      <pc:sldChg chg="addSp delSp modSp new mod modAnim">
        <pc:chgData name="Greg Thain" userId="fb6a94ea1b602659" providerId="LiveId" clId="{E0EF8A8E-7408-4B9C-9CC5-1E272D9DB46C}" dt="2026-09-27T14:45:21.650" v="4738"/>
        <pc:sldMkLst>
          <pc:docMk/>
          <pc:sldMk cId="2358207239" sldId="375"/>
        </pc:sldMkLst>
        <pc:spChg chg="add mod">
          <ac:chgData name="Greg Thain" userId="fb6a94ea1b602659" providerId="LiveId" clId="{E0EF8A8E-7408-4B9C-9CC5-1E272D9DB46C}" dt="2026-09-27T14:44:42.472" v="4732" actId="14100"/>
          <ac:spMkLst>
            <pc:docMk/>
            <pc:sldMk cId="2358207239" sldId="375"/>
            <ac:spMk id="4" creationId="{11A8B612-248B-AEE2-2353-870D6468A163}"/>
          </ac:spMkLst>
        </pc:spChg>
        <pc:spChg chg="add mod">
          <ac:chgData name="Greg Thain" userId="fb6a94ea1b602659" providerId="LiveId" clId="{E0EF8A8E-7408-4B9C-9CC5-1E272D9DB46C}" dt="2026-09-27T14:45:13.777" v="4737" actId="255"/>
          <ac:spMkLst>
            <pc:docMk/>
            <pc:sldMk cId="2358207239" sldId="375"/>
            <ac:spMk id="5" creationId="{4F8C0E2B-2FE6-D72D-CA1F-70562C1C38DD}"/>
          </ac:spMkLst>
        </pc:spChg>
      </pc:sldChg>
      <pc:sldChg chg="addSp delSp modSp new mod">
        <pc:chgData name="Greg Thain" userId="fb6a94ea1b602659" providerId="LiveId" clId="{E0EF8A8E-7408-4B9C-9CC5-1E272D9DB46C}" dt="2026-10-01T02:54:15.194" v="4797" actId="692"/>
        <pc:sldMkLst>
          <pc:docMk/>
          <pc:sldMk cId="551951959" sldId="376"/>
        </pc:sldMkLst>
        <pc:spChg chg="add del mod">
          <ac:chgData name="Greg Thain" userId="fb6a94ea1b602659" providerId="LiveId" clId="{E0EF8A8E-7408-4B9C-9CC5-1E272D9DB46C}" dt="2026-10-01T02:53:02.543" v="4779" actId="122"/>
          <ac:spMkLst>
            <pc:docMk/>
            <pc:sldMk cId="551951959" sldId="376"/>
            <ac:spMk id="2" creationId="{2DB9F886-7446-5571-FBED-84ECA367ECD6}"/>
          </ac:spMkLst>
        </pc:spChg>
        <pc:spChg chg="del">
          <ac:chgData name="Greg Thain" userId="fb6a94ea1b602659" providerId="LiveId" clId="{E0EF8A8E-7408-4B9C-9CC5-1E272D9DB46C}" dt="2026-10-01T02:51:31.560" v="4742" actId="478"/>
          <ac:spMkLst>
            <pc:docMk/>
            <pc:sldMk cId="551951959" sldId="376"/>
            <ac:spMk id="3" creationId="{16107C4B-4FA1-8F29-6964-DAE3BE68A7BA}"/>
          </ac:spMkLst>
        </pc:spChg>
        <pc:spChg chg="add mod">
          <ac:chgData name="Greg Thain" userId="fb6a94ea1b602659" providerId="LiveId" clId="{E0EF8A8E-7408-4B9C-9CC5-1E272D9DB46C}" dt="2026-10-01T02:52:32.526" v="4749" actId="14100"/>
          <ac:spMkLst>
            <pc:docMk/>
            <pc:sldMk cId="551951959" sldId="376"/>
            <ac:spMk id="5" creationId="{AF113B3E-7B9A-8FB8-6655-6CF31D4BCBCC}"/>
          </ac:spMkLst>
        </pc:spChg>
        <pc:picChg chg="add mod">
          <ac:chgData name="Greg Thain" userId="fb6a94ea1b602659" providerId="LiveId" clId="{E0EF8A8E-7408-4B9C-9CC5-1E272D9DB46C}" dt="2026-10-01T02:54:15.194" v="4797" actId="692"/>
          <ac:picMkLst>
            <pc:docMk/>
            <pc:sldMk cId="551951959" sldId="376"/>
            <ac:picMk id="7" creationId="{70A5F442-8E52-A3C8-D02A-C5364DD0933C}"/>
          </ac:picMkLst>
        </pc:picChg>
      </pc:sldChg>
      <pc:sldMasterChg chg="delSldLayout">
        <pc:chgData name="Greg Thain" userId="fb6a94ea1b602659" providerId="LiveId" clId="{E0EF8A8E-7408-4B9C-9CC5-1E272D9DB46C}" dt="2026-09-26T16:28:46.619" v="1292" actId="47"/>
        <pc:sldMasterMkLst>
          <pc:docMk/>
          <pc:sldMasterMk cId="1308836788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19F78-97A9-4B6B-8B13-12E5BED7718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3EFD8-43C2-444F-9ABE-E15DFA4B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28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DDE668-1C34-46D8-8C87-45DBD7915FB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0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3EFD8-43C2-444F-9ABE-E15DFA4BA7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10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B9364-49BD-B3AC-8CAD-78E4207F8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D9C98-9DBA-D210-0D2A-83F2BA243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8D568-390A-A9A4-8352-BD769E683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7FD53-3A5F-55A5-18F2-46544BD42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DDE668-1C34-46D8-8C87-45DBD7915F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0138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0031-0DFD-B9D2-BD68-C8CFABC54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D8CFE-7039-F737-0CF9-3314AEE3A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3D906-1914-9738-E86D-EBB2D20B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BDE41-6CF5-9362-4B3B-14B15D2AF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9F736-4E03-6EF1-AD07-6EC5A564A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582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46CB-0BF6-65C1-0F4C-63965F2D1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F8BE5-9B5E-C0C5-9263-91F8461B1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E3719-4249-CE76-0AB5-91DBF1904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C7A25-7EAB-B214-EDDE-F78749449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82C96-09CE-E5A3-4F88-838F4EED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48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9F50A-1403-B3EB-EC8C-32483CD5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82F9F-9E9D-ACCF-91AC-13C6D208D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4E85E-2780-A9CB-7278-FDE732B4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13573-6DA4-DD37-20C7-1C684E338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6A863-CF08-49D1-7718-ED4C5ADE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04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B2708-959A-C3A9-D7C1-D4657C850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44399-EEB4-F8B1-A668-EDCB5FCCDE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533BF-50F7-6762-2EB1-FE60A47AD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BB2C7-E9FC-2739-A565-D388238CA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255FB-7AFB-5D67-7D2A-F3215A4C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0A159-3A38-5529-A1AD-CCD0C402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20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89BBD-63A7-E36B-5F3A-EAA36344B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3354C-3B55-9CE2-9914-7AF16E12D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E38BB-1752-072A-91D5-A481631D0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34AE8C-ED8F-FE4B-7D3D-FFF8823D63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54C48-9B43-D14C-6B6E-E51751DE80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2B9862-5A1F-A18F-3F29-FDA3FC6DD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34F033-4EA8-5537-8702-F6A7CFA45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DE1D28-9F86-C7F0-7EAD-BA09EC5A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62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FA965-30B3-50A9-AFB1-93660D1B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123440-D0B8-C6A5-1318-90B88681F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631F4-39C2-D2DA-9F75-7AC50B182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A756C-F30F-7F63-0415-E55C528C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8D8CE7-22FB-8BC0-4EC4-96061BFE5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118A06-4F8F-42E6-C06D-3E8FE82DF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46C3F-3619-61BE-81D3-CBC4F6AC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1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BF3AA-F8B5-F94C-5D45-102736A57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54DEB-34DA-5ED8-5B3B-888E7C885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3D434-7C36-2812-75C1-03D61FF27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2CFD2-676E-4374-1818-83C9D95D8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6C592-A4AE-9D94-7BFF-4B6F25D96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1A70C-F2A3-E9AA-7136-266AA5E9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05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2671F-0B2E-6001-03EF-BC2617EFA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973F12-0958-D32A-7DB7-678E4E056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8EFBD-3D5C-BEB3-C1A3-58F98355B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FE2FD-7680-CC96-EEBE-4D538A775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F4A3C-CC54-33F3-7C98-F46FE9094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036B5-2DE4-B0F1-438A-908244427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4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B05C5-184C-DAE9-ADDE-D6B4BE49F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6C483-8F4B-4573-8CB0-67B9A7980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65D77-3954-0510-887B-5077FA63B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8A329-C923-2B20-D945-E361F3481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E7DDA-76FF-B419-7202-945A537C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37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6A2930-22B3-6B48-ABA7-7920ABFBA8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513DC-C05B-0417-99A0-5707DBC9A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B956F-133B-D98F-E131-F47E428B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6630E-6F5E-1386-89F6-CF0C7C4CA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24CFF-47DF-F855-0859-E2096CAEA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37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06293-C462-EB57-1532-F686750DF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3799A-F0CA-0F99-903E-34C5C1A08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6D086-9554-9FC9-8CA8-F22C42855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1C732-3B8F-4864-84B9-1694D5AD9BE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CD23A-A95A-B59D-1F0D-99DBC02FF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27884-DD5D-16AD-5882-B7F2A689C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836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hyperlink" Target="https://www.youtube.com/watch?v=NNnrCjFV0t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914400" y="4073237"/>
            <a:ext cx="5361710" cy="2660073"/>
          </a:xfrm>
          <a:noFill/>
        </p:spPr>
        <p:txBody>
          <a:bodyPr>
            <a:normAutofit fontScale="90000"/>
          </a:bodyPr>
          <a:lstStyle/>
          <a:p>
            <a:pPr algn="r"/>
            <a:r>
              <a:rPr lang="en-US" sz="5400" dirty="0">
                <a:solidFill>
                  <a:schemeClr val="bg1"/>
                </a:solidFill>
                <a:latin typeface="Arial Black" panose="020B0A04020102020204" pitchFamily="34" charset="0"/>
              </a:rPr>
              <a:t>Scheduling: The Many Ways</a:t>
            </a:r>
            <a:b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Greg Thain</a:t>
            </a:r>
          </a:p>
        </p:txBody>
      </p:sp>
    </p:spTree>
    <p:extLst>
      <p:ext uri="{BB962C8B-B14F-4D97-AF65-F5344CB8AC3E}">
        <p14:creationId xmlns:p14="http://schemas.microsoft.com/office/powerpoint/2010/main" val="1409769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B435E-29BD-BEEC-9274-0396788D8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dirty="0"/>
              <a:t>Scheduling</a:t>
            </a:r>
          </a:p>
          <a:p>
            <a:pPr marL="0" indent="0" algn="ctr">
              <a:buNone/>
            </a:pPr>
            <a:r>
              <a:rPr lang="en-US" sz="8000" dirty="0"/>
              <a:t>vs</a:t>
            </a:r>
          </a:p>
          <a:p>
            <a:pPr marL="0" indent="0" algn="ctr">
              <a:buNone/>
            </a:pPr>
            <a:r>
              <a:rPr lang="en-US" sz="8000" dirty="0"/>
              <a:t>Planning</a:t>
            </a:r>
          </a:p>
        </p:txBody>
      </p:sp>
    </p:spTree>
    <p:extLst>
      <p:ext uri="{BB962C8B-B14F-4D97-AF65-F5344CB8AC3E}">
        <p14:creationId xmlns:p14="http://schemas.microsoft.com/office/powerpoint/2010/main" val="270153821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9F886-7446-5571-FBED-84ECA367E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Not “the negotiator” talk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13B3E-7B9A-8FB8-6655-6CF31D4BCBCC}"/>
              </a:ext>
            </a:extLst>
          </p:cNvPr>
          <p:cNvSpPr txBox="1"/>
          <p:nvPr/>
        </p:nvSpPr>
        <p:spPr>
          <a:xfrm>
            <a:off x="2064328" y="6231265"/>
            <a:ext cx="81603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linkClick r:id="rId2"/>
              </a:rPr>
              <a:t>https://www.youtube.com/watch?v=NNnrCjFV0tM</a:t>
            </a:r>
            <a:endParaRPr lang="en-US" sz="2800" dirty="0"/>
          </a:p>
        </p:txBody>
      </p:sp>
      <p:pic>
        <p:nvPicPr>
          <p:cNvPr id="7" name="Picture 6" descr="Negotiator Policy and Configuration,&#10;&#10;AI-generated content may be incorrect.">
            <a:extLst>
              <a:ext uri="{FF2B5EF4-FFF2-40B4-BE49-F238E27FC236}">
                <a16:creationId xmlns:a16="http://schemas.microsoft.com/office/drawing/2014/main" id="{70A5F442-8E52-A3C8-D02A-C5364DD09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395" y="1889977"/>
            <a:ext cx="5822192" cy="414199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51951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4E1382-26FE-B89C-F889-9B8A12F13420}"/>
              </a:ext>
            </a:extLst>
          </p:cNvPr>
          <p:cNvCxnSpPr>
            <a:cxnSpLocks/>
          </p:cNvCxnSpPr>
          <p:nvPr/>
        </p:nvCxnSpPr>
        <p:spPr>
          <a:xfrm flipH="1" flipV="1">
            <a:off x="6774873" y="1953087"/>
            <a:ext cx="2422393" cy="2237173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Cylinder 3">
            <a:extLst>
              <a:ext uri="{FF2B5EF4-FFF2-40B4-BE49-F238E27FC236}">
                <a16:creationId xmlns:a16="http://schemas.microsoft.com/office/drawing/2014/main" id="{6160ADF5-7D84-184C-D3D7-9D8E3DCB8352}"/>
              </a:ext>
            </a:extLst>
          </p:cNvPr>
          <p:cNvSpPr/>
          <p:nvPr/>
        </p:nvSpPr>
        <p:spPr>
          <a:xfrm>
            <a:off x="685801" y="3288323"/>
            <a:ext cx="1600200" cy="3217985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AP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D39E41D-ACF4-8ADC-073A-64CC4A51654E}"/>
              </a:ext>
            </a:extLst>
          </p:cNvPr>
          <p:cNvSpPr/>
          <p:nvPr/>
        </p:nvSpPr>
        <p:spPr>
          <a:xfrm>
            <a:off x="5063259" y="163041"/>
            <a:ext cx="2312377" cy="2312377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10B1D8-CC10-63C2-CD5A-77E58D9A70BA}"/>
              </a:ext>
            </a:extLst>
          </p:cNvPr>
          <p:cNvSpPr/>
          <p:nvPr/>
        </p:nvSpPr>
        <p:spPr>
          <a:xfrm>
            <a:off x="9197266" y="4190260"/>
            <a:ext cx="2698812" cy="1944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EP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AC166BB-A73E-09A6-312D-66014C14FC2C}"/>
              </a:ext>
            </a:extLst>
          </p:cNvPr>
          <p:cNvCxnSpPr>
            <a:cxnSpLocks/>
          </p:cNvCxnSpPr>
          <p:nvPr/>
        </p:nvCxnSpPr>
        <p:spPr>
          <a:xfrm flipH="1">
            <a:off x="2424545" y="1953087"/>
            <a:ext cx="3139131" cy="2237173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6988086-47B0-D0C8-60F0-3F8EA3672130}"/>
              </a:ext>
            </a:extLst>
          </p:cNvPr>
          <p:cNvCxnSpPr>
            <a:cxnSpLocks/>
          </p:cNvCxnSpPr>
          <p:nvPr/>
        </p:nvCxnSpPr>
        <p:spPr>
          <a:xfrm>
            <a:off x="2424545" y="5139337"/>
            <a:ext cx="6661884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37223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0149D-F9FB-6A3D-C519-FC4B3A955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552010-D52B-C78E-5D82-F2F5F44F2CEE}"/>
              </a:ext>
            </a:extLst>
          </p:cNvPr>
          <p:cNvSpPr/>
          <p:nvPr/>
        </p:nvSpPr>
        <p:spPr>
          <a:xfrm>
            <a:off x="681062" y="710081"/>
            <a:ext cx="3645277" cy="34524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EP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EDF06E-143E-2DA9-B952-888160079DA0}"/>
              </a:ext>
            </a:extLst>
          </p:cNvPr>
          <p:cNvSpPr txBox="1"/>
          <p:nvPr/>
        </p:nvSpPr>
        <p:spPr>
          <a:xfrm>
            <a:off x="5195456" y="983673"/>
            <a:ext cx="641465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EP has many scheduling controls</a:t>
            </a:r>
          </a:p>
          <a:p>
            <a:endParaRPr lang="en-US" sz="2800" dirty="0"/>
          </a:p>
          <a:p>
            <a:r>
              <a:rPr lang="en-US" sz="2800" dirty="0"/>
              <a:t>Often overlooked by admins</a:t>
            </a:r>
          </a:p>
          <a:p>
            <a:endParaRPr lang="en-US" sz="2800" dirty="0"/>
          </a:p>
          <a:p>
            <a:r>
              <a:rPr lang="en-US" sz="2800" dirty="0"/>
              <a:t>Can be tricky to manage, puppet, etc.</a:t>
            </a:r>
          </a:p>
        </p:txBody>
      </p:sp>
    </p:spTree>
    <p:extLst>
      <p:ext uri="{BB962C8B-B14F-4D97-AF65-F5344CB8AC3E}">
        <p14:creationId xmlns:p14="http://schemas.microsoft.com/office/powerpoint/2010/main" val="3207164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336C3-C0E0-FACD-2AD1-566AD8504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EP can and can not do…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A4D1DB-46DE-6711-7A2F-CF3177074C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1339521"/>
              </p:ext>
            </p:extLst>
          </p:nvPr>
        </p:nvGraphicFramePr>
        <p:xfrm>
          <a:off x="838200" y="2171988"/>
          <a:ext cx="10647218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3456">
                  <a:extLst>
                    <a:ext uri="{9D8B030D-6E8A-4147-A177-3AD203B41FA5}">
                      <a16:colId xmlns:a16="http://schemas.microsoft.com/office/drawing/2014/main" val="194303692"/>
                    </a:ext>
                  </a:extLst>
                </a:gridCol>
                <a:gridCol w="6403762">
                  <a:extLst>
                    <a:ext uri="{9D8B030D-6E8A-4147-A177-3AD203B41FA5}">
                      <a16:colId xmlns:a16="http://schemas.microsoft.com/office/drawing/2014/main" val="2586842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400" dirty="0"/>
                        <a:t>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Can 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9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Accept offered job to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Select a job not offered to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95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Reject offered job to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Pick which job runs next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14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Evict running job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Move slot to a new submitter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277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Preempt running job for offered 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371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803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EB2B6-FA14-A236-310D-2C38A5F2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expression is biggest stick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ED206-7821-65C5-9FB7-41757C90A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2163" y="3688081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jobs never match: no batch-side change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Always need to think about reverse matching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This is one way to emulate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slurm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 partitions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Could be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_263">
            <a:extLst>
              <a:ext uri="{FF2B5EF4-FFF2-40B4-BE49-F238E27FC236}">
                <a16:creationId xmlns:a16="http://schemas.microsoft.com/office/drawing/2014/main" id="{C45A5FF9-1AB7-2491-3E4E-DF41AF92036E}"/>
              </a:ext>
            </a:extLst>
          </p:cNvPr>
          <p:cNvSpPr txBox="1"/>
          <p:nvPr/>
        </p:nvSpPr>
        <p:spPr>
          <a:xfrm>
            <a:off x="624839" y="1510796"/>
            <a:ext cx="11400905" cy="2164081"/>
          </a:xfrm>
          <a:prstGeom prst="rect">
            <a:avLst/>
          </a:prstGeom>
          <a:solidFill>
            <a:srgbClr val="1A1A1A"/>
          </a:solidFill>
          <a:ln w="9525">
            <a:solidFill>
              <a:srgbClr val="7F7F7F"/>
            </a:solidFill>
          </a:ln>
        </p:spPr>
        <p:txBody>
          <a:bodyPr wrap="square" lIns="101600" tIns="135467" rIns="135467" bIns="101600" rtlCol="0" anchor="t"/>
          <a:lstStyle/>
          <a:p>
            <a:r>
              <a:rPr lang="en-US" sz="28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 on the interactive EPs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IsInteractiveNode = True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STARTD_ATTRS = $(STARTD_ATTRS) IsInteractiveNode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START = $(START) &amp;&amp; (TARGET.InteractiveJob =?= True)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a1_264"/>
          <p:cNvSpPr txBox="1"/>
          <p:nvPr/>
        </p:nvSpPr>
        <p:spPr>
          <a:xfrm>
            <a:off x="7511934" y="1363028"/>
            <a:ext cx="4267200" cy="914400"/>
          </a:xfrm>
          <a:prstGeom prst="wedgeRectCallout">
            <a:avLst/>
          </a:prstGeom>
          <a:solidFill>
            <a:srgbClr val="D3D0CD"/>
          </a:solidFill>
          <a:ln w="9525">
            <a:solidFill>
              <a:srgbClr val="7F7F7F"/>
            </a:solidFill>
          </a:ln>
        </p:spPr>
        <p:txBody>
          <a:bodyPr wrap="square" lIns="67733" tIns="101600" rIns="101600" bIns="67733" rtlCol="0" anchor="ctr"/>
          <a:lstStyle/>
          <a:p>
            <a:r>
              <a:rPr lang="en-US" sz="2133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condor_submit -interactive sets InteractiveJob = True</a:t>
            </a:r>
            <a:endParaRPr lang="en-US" sz="2133" dirty="0"/>
          </a:p>
        </p:txBody>
      </p:sp>
    </p:spTree>
    <p:extLst>
      <p:ext uri="{BB962C8B-B14F-4D97-AF65-F5344CB8AC3E}">
        <p14:creationId xmlns:p14="http://schemas.microsoft.com/office/powerpoint/2010/main" val="129151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F696E-13F6-7A50-DFB5-BBA3BEE2E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95776-DD8D-C515-F077-7C4A7B61E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expression can be dynamic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5209C-5FB6-72E2-B691-A4CD8CAE2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45" y="3429000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dirty="0"/>
              <a:t>By adding current time, can express policy after a drain or restart to allow big jobs to get in</a:t>
            </a:r>
          </a:p>
        </p:txBody>
      </p:sp>
      <p:sp>
        <p:nvSpPr>
          <p:cNvPr id="5" name="s_263">
            <a:extLst>
              <a:ext uri="{FF2B5EF4-FFF2-40B4-BE49-F238E27FC236}">
                <a16:creationId xmlns:a16="http://schemas.microsoft.com/office/drawing/2014/main" id="{00093801-BF64-9176-037D-5F3DA4C810B0}"/>
              </a:ext>
            </a:extLst>
          </p:cNvPr>
          <p:cNvSpPr txBox="1"/>
          <p:nvPr/>
        </p:nvSpPr>
        <p:spPr>
          <a:xfrm>
            <a:off x="221673" y="1510796"/>
            <a:ext cx="11804071" cy="1703459"/>
          </a:xfrm>
          <a:prstGeom prst="rect">
            <a:avLst/>
          </a:prstGeom>
          <a:solidFill>
            <a:srgbClr val="1A1A1A"/>
          </a:solidFill>
          <a:ln w="9525">
            <a:solidFill>
              <a:srgbClr val="7F7F7F"/>
            </a:solidFill>
          </a:ln>
        </p:spPr>
        <p:txBody>
          <a:bodyPr wrap="square" lIns="101600" tIns="135467" rIns="135467" bIns="101600" rtlCol="0" anchor="t"/>
          <a:lstStyle/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DRAIN_DELAY = 20*60</a:t>
            </a:r>
          </a:p>
          <a:p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AllowOneCoreJobs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time() &gt;= (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MY.LastDrainStopTime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?: 0) + $(DRAIN_DELAY)</a:t>
            </a:r>
          </a:p>
          <a:p>
            <a:endParaRPr lang="en-US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 = $(START) &amp;&amp; (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TARGET.RequestCpus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 || $(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AllowOneCoreJobs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)</a:t>
            </a:r>
          </a:p>
        </p:txBody>
      </p:sp>
    </p:spTree>
    <p:extLst>
      <p:ext uri="{BB962C8B-B14F-4D97-AF65-F5344CB8AC3E}">
        <p14:creationId xmlns:p14="http://schemas.microsoft.com/office/powerpoint/2010/main" val="406531445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109B4-8FE3-0D36-E267-915F01301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73F04-BBEB-9823-36CC-CD82716EA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class backfill</a:t>
            </a:r>
          </a:p>
        </p:txBody>
      </p:sp>
      <p:sp>
        <p:nvSpPr>
          <p:cNvPr id="5" name="s_263">
            <a:extLst>
              <a:ext uri="{FF2B5EF4-FFF2-40B4-BE49-F238E27FC236}">
                <a16:creationId xmlns:a16="http://schemas.microsoft.com/office/drawing/2014/main" id="{FFC4215E-FC5C-CD3A-9252-306F08366E20}"/>
              </a:ext>
            </a:extLst>
          </p:cNvPr>
          <p:cNvSpPr txBox="1"/>
          <p:nvPr/>
        </p:nvSpPr>
        <p:spPr>
          <a:xfrm>
            <a:off x="193964" y="1386105"/>
            <a:ext cx="11804071" cy="5106770"/>
          </a:xfrm>
          <a:prstGeom prst="rect">
            <a:avLst/>
          </a:prstGeom>
          <a:solidFill>
            <a:srgbClr val="1A1A1A"/>
          </a:solidFill>
          <a:ln w="9525">
            <a:solidFill>
              <a:srgbClr val="7F7F7F"/>
            </a:solidFill>
          </a:ln>
        </p:spPr>
        <p:txBody>
          <a:bodyPr wrap="square" lIns="101600" tIns="135467" rIns="135467" bIns="101600" rtlCol="0" anchor="t"/>
          <a:lstStyle/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Normal p-slot: 100% of the machine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FEATURE :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PartitionableSlot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100%)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Backfill p-slot: ALSO 100% of the machine. Backfill slots are provisioned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from a shadow copy of the resources, so both slots start with everything.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FEATURE :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PartitionableSlot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 100%)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SLOT_TYPE_2_BACKFILL = true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Keep the two job populations apart</a:t>
            </a:r>
          </a:p>
          <a:p>
            <a:endParaRPr lang="en-US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SLOT_TYPE_2_PREEMPT = size(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ResourceConflict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?: "") &gt; 0</a:t>
            </a:r>
          </a:p>
          <a:p>
            <a:endParaRPr lang="en-US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Give the resources back fast: no retirement, and a short vacate grace SLOT_TYPE_2_MaxJobRetirementTime = 0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SLOT_TYPE_2_MachineMaxVacateTime = 60</a:t>
            </a:r>
          </a:p>
        </p:txBody>
      </p:sp>
    </p:spTree>
    <p:extLst>
      <p:ext uri="{BB962C8B-B14F-4D97-AF65-F5344CB8AC3E}">
        <p14:creationId xmlns:p14="http://schemas.microsoft.com/office/powerpoint/2010/main" val="300907999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E7939-F12C-12FC-0182-338604657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MaxJobRetirementTime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3EE61-D3D4-B46D-CB6B-439411C6D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87812"/>
            <a:ext cx="10515600" cy="4351338"/>
          </a:xfrm>
        </p:spPr>
        <p:txBody>
          <a:bodyPr/>
          <a:lstStyle/>
          <a:p>
            <a:r>
              <a:rPr lang="en-US" dirty="0"/>
              <a:t>Worst named knob in all of HTCondor</a:t>
            </a:r>
          </a:p>
          <a:p>
            <a:pPr lvl="1"/>
            <a:r>
              <a:rPr lang="en-US" dirty="0"/>
              <a:t>Also note case and lack of underscores</a:t>
            </a:r>
          </a:p>
          <a:p>
            <a:r>
              <a:rPr lang="en-US" dirty="0"/>
              <a:t>Should be “minimum guaranteed execution time”</a:t>
            </a:r>
          </a:p>
          <a:p>
            <a:r>
              <a:rPr lang="en-US" dirty="0"/>
              <a:t>Some things (WANT_HOLD) do not obey</a:t>
            </a:r>
          </a:p>
          <a:p>
            <a:r>
              <a:rPr lang="en-US" dirty="0"/>
              <a:t>C.f. with </a:t>
            </a:r>
            <a:r>
              <a:rPr lang="en-US" dirty="0" err="1"/>
              <a:t>MachineMaxVacateTime</a:t>
            </a:r>
            <a:endParaRPr lang="en-US" dirty="0"/>
          </a:p>
        </p:txBody>
      </p:sp>
      <p:sp>
        <p:nvSpPr>
          <p:cNvPr id="11" name="s_271">
            <a:extLst>
              <a:ext uri="{FF2B5EF4-FFF2-40B4-BE49-F238E27FC236}">
                <a16:creationId xmlns:a16="http://schemas.microsoft.com/office/drawing/2014/main" id="{4681E4FF-4A93-A536-3050-75810240483D}"/>
              </a:ext>
            </a:extLst>
          </p:cNvPr>
          <p:cNvSpPr txBox="1"/>
          <p:nvPr/>
        </p:nvSpPr>
        <p:spPr>
          <a:xfrm>
            <a:off x="1657004" y="2317750"/>
            <a:ext cx="2743200" cy="548640"/>
          </a:xfrm>
          <a:prstGeom prst="rect">
            <a:avLst/>
          </a:prstGeom>
          <a:solidFill>
            <a:srgbClr val="D6EB99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 running</a:t>
            </a:r>
            <a:endParaRPr lang="en-US" sz="1600" dirty="0"/>
          </a:p>
        </p:txBody>
      </p:sp>
      <p:sp>
        <p:nvSpPr>
          <p:cNvPr id="12" name="a1_272">
            <a:extLst>
              <a:ext uri="{FF2B5EF4-FFF2-40B4-BE49-F238E27FC236}">
                <a16:creationId xmlns:a16="http://schemas.microsoft.com/office/drawing/2014/main" id="{9D35679B-1825-EE88-8240-A9AC02E6C56A}"/>
              </a:ext>
            </a:extLst>
          </p:cNvPr>
          <p:cNvSpPr txBox="1"/>
          <p:nvPr/>
        </p:nvSpPr>
        <p:spPr>
          <a:xfrm>
            <a:off x="4400204" y="2317750"/>
            <a:ext cx="3291840" cy="548640"/>
          </a:xfrm>
          <a:prstGeom prst="rect">
            <a:avLst/>
          </a:prstGeom>
          <a:solidFill>
            <a:srgbClr val="F2C4CE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retirement: job keeps running</a:t>
            </a:r>
            <a:endParaRPr lang="en-US" sz="1600" dirty="0"/>
          </a:p>
        </p:txBody>
      </p:sp>
      <p:sp>
        <p:nvSpPr>
          <p:cNvPr id="13" name="a2_273">
            <a:extLst>
              <a:ext uri="{FF2B5EF4-FFF2-40B4-BE49-F238E27FC236}">
                <a16:creationId xmlns:a16="http://schemas.microsoft.com/office/drawing/2014/main" id="{86900EB7-5612-64ED-F1AE-57DF4FF0CC23}"/>
              </a:ext>
            </a:extLst>
          </p:cNvPr>
          <p:cNvSpPr txBox="1"/>
          <p:nvPr/>
        </p:nvSpPr>
        <p:spPr>
          <a:xfrm>
            <a:off x="7692044" y="2317750"/>
            <a:ext cx="1188720" cy="548640"/>
          </a:xfrm>
          <a:prstGeom prst="rect">
            <a:avLst/>
          </a:prstGeom>
          <a:solidFill>
            <a:srgbClr val="D3D0CD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vacate</a:t>
            </a:r>
            <a:endParaRPr lang="en-US" sz="1600" dirty="0"/>
          </a:p>
        </p:txBody>
      </p:sp>
      <p:sp>
        <p:nvSpPr>
          <p:cNvPr id="14" name="s_274">
            <a:extLst>
              <a:ext uri="{FF2B5EF4-FFF2-40B4-BE49-F238E27FC236}">
                <a16:creationId xmlns:a16="http://schemas.microsoft.com/office/drawing/2014/main" id="{95131604-EFAB-E47F-38E6-F66278C9CE37}"/>
              </a:ext>
            </a:extLst>
          </p:cNvPr>
          <p:cNvSpPr/>
          <p:nvPr/>
        </p:nvSpPr>
        <p:spPr>
          <a:xfrm>
            <a:off x="4400204" y="1906270"/>
            <a:ext cx="0" cy="411480"/>
          </a:xfrm>
          <a:prstGeom prst="line">
            <a:avLst/>
          </a:prstGeom>
          <a:noFill/>
          <a:ln w="31750">
            <a:solidFill>
              <a:srgbClr val="C6003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2D24A6DA-5326-E0DC-AFCC-5E3ED2944535}"/>
              </a:ext>
            </a:extLst>
          </p:cNvPr>
          <p:cNvSpPr txBox="1"/>
          <p:nvPr/>
        </p:nvSpPr>
        <p:spPr>
          <a:xfrm>
            <a:off x="3485804" y="163195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preemption requested</a:t>
            </a:r>
            <a:endParaRPr lang="en-US" sz="1300" dirty="0"/>
          </a:p>
        </p:txBody>
      </p:sp>
      <p:sp>
        <p:nvSpPr>
          <p:cNvPr id="16" name="a1_275">
            <a:extLst>
              <a:ext uri="{FF2B5EF4-FFF2-40B4-BE49-F238E27FC236}">
                <a16:creationId xmlns:a16="http://schemas.microsoft.com/office/drawing/2014/main" id="{72255618-6BE4-8FE9-DCBF-B0E7D076884B}"/>
              </a:ext>
            </a:extLst>
          </p:cNvPr>
          <p:cNvSpPr txBox="1"/>
          <p:nvPr/>
        </p:nvSpPr>
        <p:spPr>
          <a:xfrm>
            <a:off x="4400204" y="291211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MaxJobRetirementTime</a:t>
            </a:r>
            <a:endParaRPr lang="en-US" sz="1300" dirty="0"/>
          </a:p>
        </p:txBody>
      </p:sp>
      <p:sp>
        <p:nvSpPr>
          <p:cNvPr id="17" name="a2_276">
            <a:extLst>
              <a:ext uri="{FF2B5EF4-FFF2-40B4-BE49-F238E27FC236}">
                <a16:creationId xmlns:a16="http://schemas.microsoft.com/office/drawing/2014/main" id="{FA269356-F9FE-E1CC-210A-E4A8E4FEA2DB}"/>
              </a:ext>
            </a:extLst>
          </p:cNvPr>
          <p:cNvSpPr txBox="1"/>
          <p:nvPr/>
        </p:nvSpPr>
        <p:spPr>
          <a:xfrm>
            <a:off x="7326284" y="291211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MaxVacateTime</a:t>
            </a:r>
            <a:endParaRPr lang="en-US" sz="1300" dirty="0"/>
          </a:p>
        </p:txBody>
      </p:sp>
      <p:sp>
        <p:nvSpPr>
          <p:cNvPr id="18" name="a3_277">
            <a:extLst>
              <a:ext uri="{FF2B5EF4-FFF2-40B4-BE49-F238E27FC236}">
                <a16:creationId xmlns:a16="http://schemas.microsoft.com/office/drawing/2014/main" id="{BB2D872F-393B-6B1F-4A1B-B2A77AE2EBA2}"/>
              </a:ext>
            </a:extLst>
          </p:cNvPr>
          <p:cNvSpPr txBox="1"/>
          <p:nvPr/>
        </p:nvSpPr>
        <p:spPr>
          <a:xfrm>
            <a:off x="1756592" y="3429000"/>
            <a:ext cx="80467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MAXJOBRETIREMENTTIME = 3600  →  one hour guaranteed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7412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33A54-FD60-B7F3-9801-5F483668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CLAIM_WORKLIFE</a:t>
            </a:r>
          </a:p>
        </p:txBody>
      </p:sp>
      <p:sp>
        <p:nvSpPr>
          <p:cNvPr id="4" name="s_282">
            <a:extLst>
              <a:ext uri="{FF2B5EF4-FFF2-40B4-BE49-F238E27FC236}">
                <a16:creationId xmlns:a16="http://schemas.microsoft.com/office/drawing/2014/main" id="{A621608B-1B05-43BC-1166-85DE2D2BD0DE}"/>
              </a:ext>
            </a:extLst>
          </p:cNvPr>
          <p:cNvSpPr txBox="1"/>
          <p:nvPr/>
        </p:nvSpPr>
        <p:spPr>
          <a:xfrm>
            <a:off x="1850968" y="3077095"/>
            <a:ext cx="8046720" cy="274320"/>
          </a:xfrm>
          <a:prstGeom prst="rect">
            <a:avLst/>
          </a:prstGeom>
          <a:solidFill>
            <a:srgbClr val="D3D0CD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65A08CE-E283-97A6-2CA5-BAB182262470}"/>
              </a:ext>
            </a:extLst>
          </p:cNvPr>
          <p:cNvSpPr txBox="1"/>
          <p:nvPr/>
        </p:nvSpPr>
        <p:spPr>
          <a:xfrm>
            <a:off x="1850968" y="2757055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claim</a:t>
            </a:r>
            <a:endParaRPr lang="en-US" sz="1400" dirty="0"/>
          </a:p>
        </p:txBody>
      </p:sp>
      <p:sp>
        <p:nvSpPr>
          <p:cNvPr id="6" name="a1_283">
            <a:extLst>
              <a:ext uri="{FF2B5EF4-FFF2-40B4-BE49-F238E27FC236}">
                <a16:creationId xmlns:a16="http://schemas.microsoft.com/office/drawing/2014/main" id="{29368D27-C7BD-C92D-9F1F-45BAF2D6606B}"/>
              </a:ext>
            </a:extLst>
          </p:cNvPr>
          <p:cNvSpPr txBox="1"/>
          <p:nvPr/>
        </p:nvSpPr>
        <p:spPr>
          <a:xfrm>
            <a:off x="1850968" y="3442855"/>
            <a:ext cx="1828800" cy="502920"/>
          </a:xfrm>
          <a:prstGeom prst="rect">
            <a:avLst/>
          </a:prstGeom>
          <a:solidFill>
            <a:srgbClr val="D6EB99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 1</a:t>
            </a:r>
            <a:endParaRPr lang="en-US" sz="1600" dirty="0"/>
          </a:p>
        </p:txBody>
      </p:sp>
      <p:sp>
        <p:nvSpPr>
          <p:cNvPr id="7" name="a2_284">
            <a:extLst>
              <a:ext uri="{FF2B5EF4-FFF2-40B4-BE49-F238E27FC236}">
                <a16:creationId xmlns:a16="http://schemas.microsoft.com/office/drawing/2014/main" id="{0E30CD95-19E9-19A5-3399-9494004FF639}"/>
              </a:ext>
            </a:extLst>
          </p:cNvPr>
          <p:cNvSpPr txBox="1"/>
          <p:nvPr/>
        </p:nvSpPr>
        <p:spPr>
          <a:xfrm>
            <a:off x="3771208" y="3442855"/>
            <a:ext cx="1645920" cy="502920"/>
          </a:xfrm>
          <a:prstGeom prst="rect">
            <a:avLst/>
          </a:prstGeom>
          <a:solidFill>
            <a:srgbClr val="D6EB99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 2</a:t>
            </a:r>
            <a:endParaRPr lang="en-US" sz="1600" dirty="0"/>
          </a:p>
        </p:txBody>
      </p:sp>
      <p:sp>
        <p:nvSpPr>
          <p:cNvPr id="8" name="a3_285">
            <a:extLst>
              <a:ext uri="{FF2B5EF4-FFF2-40B4-BE49-F238E27FC236}">
                <a16:creationId xmlns:a16="http://schemas.microsoft.com/office/drawing/2014/main" id="{8EEFBB34-3607-6449-2110-104BE22E5330}"/>
              </a:ext>
            </a:extLst>
          </p:cNvPr>
          <p:cNvSpPr txBox="1"/>
          <p:nvPr/>
        </p:nvSpPr>
        <p:spPr>
          <a:xfrm>
            <a:off x="5508568" y="3442855"/>
            <a:ext cx="2560320" cy="502920"/>
          </a:xfrm>
          <a:prstGeom prst="rect">
            <a:avLst/>
          </a:prstGeom>
          <a:solidFill>
            <a:srgbClr val="D6EB99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 3</a:t>
            </a:r>
            <a:endParaRPr lang="en-US" sz="1600" dirty="0"/>
          </a:p>
        </p:txBody>
      </p:sp>
      <p:sp>
        <p:nvSpPr>
          <p:cNvPr id="9" name="a4_286">
            <a:extLst>
              <a:ext uri="{FF2B5EF4-FFF2-40B4-BE49-F238E27FC236}">
                <a16:creationId xmlns:a16="http://schemas.microsoft.com/office/drawing/2014/main" id="{96E2804A-ED6E-58DD-5B34-EAEAF5EB2DFE}"/>
              </a:ext>
            </a:extLst>
          </p:cNvPr>
          <p:cNvSpPr/>
          <p:nvPr/>
        </p:nvSpPr>
        <p:spPr>
          <a:xfrm>
            <a:off x="6422968" y="2619895"/>
            <a:ext cx="0" cy="1645920"/>
          </a:xfrm>
          <a:prstGeom prst="line">
            <a:avLst/>
          </a:prstGeom>
          <a:noFill/>
          <a:ln w="25400">
            <a:solidFill>
              <a:srgbClr val="C6003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a4_287">
            <a:extLst>
              <a:ext uri="{FF2B5EF4-FFF2-40B4-BE49-F238E27FC236}">
                <a16:creationId xmlns:a16="http://schemas.microsoft.com/office/drawing/2014/main" id="{2EC6327C-DAF1-3107-FA48-DF09ADA256FC}"/>
              </a:ext>
            </a:extLst>
          </p:cNvPr>
          <p:cNvSpPr txBox="1"/>
          <p:nvPr/>
        </p:nvSpPr>
        <p:spPr>
          <a:xfrm>
            <a:off x="5142808" y="2299855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600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1200s: CLAIM_WORKLIFE expires</a:t>
            </a:r>
            <a:endParaRPr lang="en-US" sz="1400" dirty="0"/>
          </a:p>
        </p:txBody>
      </p:sp>
      <p:sp>
        <p:nvSpPr>
          <p:cNvPr id="11" name="a5_288">
            <a:extLst>
              <a:ext uri="{FF2B5EF4-FFF2-40B4-BE49-F238E27FC236}">
                <a16:creationId xmlns:a16="http://schemas.microsoft.com/office/drawing/2014/main" id="{13DBF5C8-8498-BD9D-F4E1-BA2D5C717DF7}"/>
              </a:ext>
            </a:extLst>
          </p:cNvPr>
          <p:cNvSpPr txBox="1"/>
          <p:nvPr/>
        </p:nvSpPr>
        <p:spPr>
          <a:xfrm>
            <a:off x="6605848" y="4311535"/>
            <a:ext cx="2286000" cy="685800"/>
          </a:xfrm>
          <a:prstGeom prst="wedgeRectCallout">
            <a:avLst/>
          </a:prstGeom>
          <a:solidFill>
            <a:srgbClr val="D3D0CD"/>
          </a:solidFill>
          <a:ln w="9525">
            <a:solidFill>
              <a:srgbClr val="7F7F7F"/>
            </a:solidFill>
          </a:ln>
        </p:spPr>
        <p:txBody>
          <a:bodyPr wrap="square" lIns="50800" tIns="76200" rIns="76200" bIns="508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 3 finishes normally: nothing is evicted</a:t>
            </a:r>
            <a:endParaRPr lang="en-US" sz="1400" dirty="0"/>
          </a:p>
        </p:txBody>
      </p:sp>
      <p:sp>
        <p:nvSpPr>
          <p:cNvPr id="12" name="a6_289">
            <a:extLst>
              <a:ext uri="{FF2B5EF4-FFF2-40B4-BE49-F238E27FC236}">
                <a16:creationId xmlns:a16="http://schemas.microsoft.com/office/drawing/2014/main" id="{4EC50EBC-BD9A-7480-AE65-78077F3950F6}"/>
              </a:ext>
            </a:extLst>
          </p:cNvPr>
          <p:cNvSpPr/>
          <p:nvPr/>
        </p:nvSpPr>
        <p:spPr>
          <a:xfrm>
            <a:off x="8114608" y="3689743"/>
            <a:ext cx="1691640" cy="0"/>
          </a:xfrm>
          <a:prstGeom prst="line">
            <a:avLst/>
          </a:prstGeom>
          <a:noFill/>
          <a:ln w="31750">
            <a:solidFill>
              <a:srgbClr val="C6003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a6_290">
            <a:extLst>
              <a:ext uri="{FF2B5EF4-FFF2-40B4-BE49-F238E27FC236}">
                <a16:creationId xmlns:a16="http://schemas.microsoft.com/office/drawing/2014/main" id="{6047700B-ACAF-8726-6E4F-42B46E6C95B5}"/>
              </a:ext>
            </a:extLst>
          </p:cNvPr>
          <p:cNvSpPr txBox="1"/>
          <p:nvPr/>
        </p:nvSpPr>
        <p:spPr>
          <a:xfrm>
            <a:off x="8617528" y="2482735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 to the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negotiator</a:t>
            </a:r>
            <a:endParaRPr lang="en-US" sz="1400" dirty="0"/>
          </a:p>
        </p:txBody>
      </p:sp>
      <p:sp>
        <p:nvSpPr>
          <p:cNvPr id="14" name="a7_291">
            <a:extLst>
              <a:ext uri="{FF2B5EF4-FFF2-40B4-BE49-F238E27FC236}">
                <a16:creationId xmlns:a16="http://schemas.microsoft.com/office/drawing/2014/main" id="{DD7E6A0B-BD76-AD60-38E4-19F982D118D3}"/>
              </a:ext>
            </a:extLst>
          </p:cNvPr>
          <p:cNvSpPr txBox="1"/>
          <p:nvPr/>
        </p:nvSpPr>
        <p:spPr>
          <a:xfrm>
            <a:off x="1850968" y="5134495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only between jobs</a:t>
            </a:r>
            <a:endParaRPr lang="en-US" sz="1800" dirty="0"/>
          </a:p>
        </p:txBody>
      </p:sp>
      <p:sp>
        <p:nvSpPr>
          <p:cNvPr id="15" name="a7_292">
            <a:extLst>
              <a:ext uri="{FF2B5EF4-FFF2-40B4-BE49-F238E27FC236}">
                <a16:creationId xmlns:a16="http://schemas.microsoft.com/office/drawing/2014/main" id="{F3A91871-1F85-0C23-0E7E-89294D277C1C}"/>
              </a:ext>
            </a:extLst>
          </p:cNvPr>
          <p:cNvSpPr txBox="1"/>
          <p:nvPr/>
        </p:nvSpPr>
        <p:spPr>
          <a:xfrm>
            <a:off x="1850968" y="5481967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 = never expires     0 = one job per claim</a:t>
            </a:r>
            <a:endParaRPr lang="en-US" sz="1800" dirty="0"/>
          </a:p>
        </p:txBody>
      </p:sp>
      <p:sp>
        <p:nvSpPr>
          <p:cNvPr id="16" name="a8_293">
            <a:extLst>
              <a:ext uri="{FF2B5EF4-FFF2-40B4-BE49-F238E27FC236}">
                <a16:creationId xmlns:a16="http://schemas.microsoft.com/office/drawing/2014/main" id="{CB647ABF-623C-6DC0-4430-4DE8CB2BC7EF}"/>
              </a:ext>
            </a:extLst>
          </p:cNvPr>
          <p:cNvSpPr txBox="1"/>
          <p:nvPr/>
        </p:nvSpPr>
        <p:spPr>
          <a:xfrm>
            <a:off x="1850968" y="5829439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preemption, the only thing that moves slots between users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87095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26E3-EDEF-6252-4760-8FF024261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CLAIM_WORKLIFE balance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BAF6FE2-A9D3-9EFC-13E7-EB4AE8824964}"/>
              </a:ext>
            </a:extLst>
          </p:cNvPr>
          <p:cNvSpPr txBox="1"/>
          <p:nvPr/>
        </p:nvSpPr>
        <p:spPr>
          <a:xfrm>
            <a:off x="1837113" y="2652915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rebalance  ≈  min(job runtime, CLAIM_WORKLIFE) + negotiation interval</a:t>
            </a:r>
            <a:endParaRPr lang="en-US" sz="1800" dirty="0"/>
          </a:p>
        </p:txBody>
      </p:sp>
      <p:sp>
        <p:nvSpPr>
          <p:cNvPr id="5" name="a1_295">
            <a:extLst>
              <a:ext uri="{FF2B5EF4-FFF2-40B4-BE49-F238E27FC236}">
                <a16:creationId xmlns:a16="http://schemas.microsoft.com/office/drawing/2014/main" id="{074ECE45-6D8B-A1F6-3E37-143B7438EC26}"/>
              </a:ext>
            </a:extLst>
          </p:cNvPr>
          <p:cNvSpPr txBox="1"/>
          <p:nvPr/>
        </p:nvSpPr>
        <p:spPr>
          <a:xfrm>
            <a:off x="1837113" y="3580015"/>
            <a:ext cx="3840480" cy="457200"/>
          </a:xfrm>
          <a:prstGeom prst="rect">
            <a:avLst/>
          </a:prstGeom>
          <a:solidFill>
            <a:srgbClr val="D6EB99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or 0</a:t>
            </a:r>
            <a:endParaRPr lang="en-US" sz="1800" dirty="0"/>
          </a:p>
        </p:txBody>
      </p:sp>
      <p:sp>
        <p:nvSpPr>
          <p:cNvPr id="6" name="a1_296">
            <a:extLst>
              <a:ext uri="{FF2B5EF4-FFF2-40B4-BE49-F238E27FC236}">
                <a16:creationId xmlns:a16="http://schemas.microsoft.com/office/drawing/2014/main" id="{919CC9BA-22AD-46F6-8DF5-3E696FAA816C}"/>
              </a:ext>
            </a:extLst>
          </p:cNvPr>
          <p:cNvSpPr txBox="1"/>
          <p:nvPr/>
        </p:nvSpPr>
        <p:spPr>
          <a:xfrm>
            <a:off x="1928553" y="4128655"/>
            <a:ext cx="37490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follows fair share closely</a:t>
            </a:r>
            <a:endParaRPr lang="en-US" sz="1600" dirty="0"/>
          </a:p>
        </p:txBody>
      </p:sp>
      <p:sp>
        <p:nvSpPr>
          <p:cNvPr id="7" name="a1_297">
            <a:extLst>
              <a:ext uri="{FF2B5EF4-FFF2-40B4-BE49-F238E27FC236}">
                <a16:creationId xmlns:a16="http://schemas.microsoft.com/office/drawing/2014/main" id="{BBD842AF-E783-34B7-6661-E8FB6230A243}"/>
              </a:ext>
            </a:extLst>
          </p:cNvPr>
          <p:cNvSpPr txBox="1"/>
          <p:nvPr/>
        </p:nvSpPr>
        <p:spPr>
          <a:xfrm>
            <a:off x="1928553" y="4522355"/>
            <a:ext cx="37490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more negotiation load</a:t>
            </a:r>
            <a:endParaRPr lang="en-US" sz="1600" dirty="0"/>
          </a:p>
        </p:txBody>
      </p:sp>
      <p:sp>
        <p:nvSpPr>
          <p:cNvPr id="8" name="a1_298">
            <a:extLst>
              <a:ext uri="{FF2B5EF4-FFF2-40B4-BE49-F238E27FC236}">
                <a16:creationId xmlns:a16="http://schemas.microsoft.com/office/drawing/2014/main" id="{084B8A9F-5618-F160-A723-9A23011CA69C}"/>
              </a:ext>
            </a:extLst>
          </p:cNvPr>
          <p:cNvSpPr txBox="1"/>
          <p:nvPr/>
        </p:nvSpPr>
        <p:spPr>
          <a:xfrm>
            <a:off x="1928553" y="4916055"/>
            <a:ext cx="37490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new claim, security session per start</a:t>
            </a:r>
            <a:endParaRPr lang="en-US" sz="1600" dirty="0"/>
          </a:p>
        </p:txBody>
      </p:sp>
      <p:sp>
        <p:nvSpPr>
          <p:cNvPr id="9" name="a1_299">
            <a:extLst>
              <a:ext uri="{FF2B5EF4-FFF2-40B4-BE49-F238E27FC236}">
                <a16:creationId xmlns:a16="http://schemas.microsoft.com/office/drawing/2014/main" id="{6A8DBEAA-8ED2-7DB2-C7D5-5126068EE947}"/>
              </a:ext>
            </a:extLst>
          </p:cNvPr>
          <p:cNvSpPr txBox="1"/>
          <p:nvPr/>
        </p:nvSpPr>
        <p:spPr>
          <a:xfrm>
            <a:off x="1928553" y="5309755"/>
            <a:ext cx="37490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gap between jobs</a:t>
            </a:r>
            <a:endParaRPr lang="en-US" sz="1600" dirty="0"/>
          </a:p>
        </p:txBody>
      </p:sp>
      <p:sp>
        <p:nvSpPr>
          <p:cNvPr id="10" name="a2_300">
            <a:extLst>
              <a:ext uri="{FF2B5EF4-FFF2-40B4-BE49-F238E27FC236}">
                <a16:creationId xmlns:a16="http://schemas.microsoft.com/office/drawing/2014/main" id="{00E18519-FE19-6C2D-3E39-AC0D5E408316}"/>
              </a:ext>
            </a:extLst>
          </p:cNvPr>
          <p:cNvSpPr txBox="1"/>
          <p:nvPr/>
        </p:nvSpPr>
        <p:spPr>
          <a:xfrm>
            <a:off x="6043353" y="3580015"/>
            <a:ext cx="3840480" cy="457200"/>
          </a:xfrm>
          <a:prstGeom prst="rect">
            <a:avLst/>
          </a:prstGeom>
          <a:solidFill>
            <a:srgbClr val="F2C4CE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or -1</a:t>
            </a:r>
            <a:endParaRPr lang="en-US" sz="1800" dirty="0"/>
          </a:p>
        </p:txBody>
      </p:sp>
      <p:sp>
        <p:nvSpPr>
          <p:cNvPr id="11" name="a2_301">
            <a:extLst>
              <a:ext uri="{FF2B5EF4-FFF2-40B4-BE49-F238E27FC236}">
                <a16:creationId xmlns:a16="http://schemas.microsoft.com/office/drawing/2014/main" id="{071AE17F-7ADC-7AB5-A560-C0913CF13F17}"/>
              </a:ext>
            </a:extLst>
          </p:cNvPr>
          <p:cNvSpPr txBox="1"/>
          <p:nvPr/>
        </p:nvSpPr>
        <p:spPr>
          <a:xfrm>
            <a:off x="6134793" y="4128655"/>
            <a:ext cx="37490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best throughput for a big user</a:t>
            </a:r>
            <a:endParaRPr lang="en-US" sz="1600" dirty="0"/>
          </a:p>
        </p:txBody>
      </p:sp>
      <p:sp>
        <p:nvSpPr>
          <p:cNvPr id="12" name="a2_302">
            <a:extLst>
              <a:ext uri="{FF2B5EF4-FFF2-40B4-BE49-F238E27FC236}">
                <a16:creationId xmlns:a16="http://schemas.microsoft.com/office/drawing/2014/main" id="{9C3F0324-3A57-BA8B-6E01-D5DD9681539D}"/>
              </a:ext>
            </a:extLst>
          </p:cNvPr>
          <p:cNvSpPr txBox="1"/>
          <p:nvPr/>
        </p:nvSpPr>
        <p:spPr>
          <a:xfrm>
            <a:off x="6134793" y="4522355"/>
            <a:ext cx="37490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least negotiator work</a:t>
            </a:r>
            <a:endParaRPr lang="en-US" sz="1600" dirty="0"/>
          </a:p>
        </p:txBody>
      </p:sp>
      <p:sp>
        <p:nvSpPr>
          <p:cNvPr id="13" name="a2_303">
            <a:extLst>
              <a:ext uri="{FF2B5EF4-FFF2-40B4-BE49-F238E27FC236}">
                <a16:creationId xmlns:a16="http://schemas.microsoft.com/office/drawing/2014/main" id="{6B30E1CF-1D34-3C25-CE3F-4567BCF110ED}"/>
              </a:ext>
            </a:extLst>
          </p:cNvPr>
          <p:cNvSpPr txBox="1"/>
          <p:nvPr/>
        </p:nvSpPr>
        <p:spPr>
          <a:xfrm>
            <a:off x="6134793" y="4916055"/>
            <a:ext cx="37490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whoever filled the pool first keeps it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7237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EBD4D-803B-8ADB-BD16-CA13F2979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8AC62-BEC8-7336-AC0B-5B51585B3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MACHINE_RESOURCE_licenses</a:t>
            </a:r>
            <a:r>
              <a:rPr lang="en-US" dirty="0"/>
              <a:t> = 16</a:t>
            </a:r>
          </a:p>
        </p:txBody>
      </p:sp>
      <p:sp>
        <p:nvSpPr>
          <p:cNvPr id="5" name="s_377">
            <a:extLst>
              <a:ext uri="{FF2B5EF4-FFF2-40B4-BE49-F238E27FC236}">
                <a16:creationId xmlns:a16="http://schemas.microsoft.com/office/drawing/2014/main" id="{40EE6351-2495-1BBD-3BE9-02AAD21E27EB}"/>
              </a:ext>
            </a:extLst>
          </p:cNvPr>
          <p:cNvSpPr txBox="1"/>
          <p:nvPr/>
        </p:nvSpPr>
        <p:spPr>
          <a:xfrm>
            <a:off x="1767840" y="1690688"/>
            <a:ext cx="8046720" cy="1280160"/>
          </a:xfrm>
          <a:prstGeom prst="rect">
            <a:avLst/>
          </a:prstGeom>
          <a:solidFill>
            <a:srgbClr val="1A1A1A"/>
          </a:solidFill>
          <a:ln w="9525">
            <a:solidFill>
              <a:srgbClr val="7F7F7F"/>
            </a:solidFill>
          </a:ln>
        </p:spPr>
        <p:txBody>
          <a:bodyPr wrap="square" lIns="76200" tIns="101600" rIns="101600" bIns="7620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request_gpus   = 1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require_gpus   = Capability &gt;= 8.0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container_image = </a:t>
            </a:r>
            <a:r>
              <a:rPr lang="en-US" sz="1500" dirty="0" err="1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pytorch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request_licenses = 1         # custom machine resource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355338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BDA8C-6487-A15F-AB39-285B69860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Condor_drain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16DEC-1580-97BF-0BB1-C30E96956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Condor_drain</a:t>
            </a:r>
            <a:r>
              <a:rPr lang="en-US" dirty="0"/>
              <a:t> is a *command* the admin can run against an EP</a:t>
            </a:r>
          </a:p>
          <a:p>
            <a:endParaRPr lang="en-US" dirty="0"/>
          </a:p>
          <a:p>
            <a:r>
              <a:rPr lang="en-US" dirty="0"/>
              <a:t>Puts machine into “drained [sic]” state</a:t>
            </a:r>
          </a:p>
          <a:p>
            <a:r>
              <a:rPr lang="en-US" dirty="0"/>
              <a:t>No new job start*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2472D9-24CA-2029-4592-8EE46FC14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092887"/>
              </p:ext>
            </p:extLst>
          </p:nvPr>
        </p:nvGraphicFramePr>
        <p:xfrm>
          <a:off x="304800" y="4501957"/>
          <a:ext cx="11693235" cy="1675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7745">
                  <a:extLst>
                    <a:ext uri="{9D8B030D-6E8A-4147-A177-3AD203B41FA5}">
                      <a16:colId xmlns:a16="http://schemas.microsoft.com/office/drawing/2014/main" val="1511710023"/>
                    </a:ext>
                  </a:extLst>
                </a:gridCol>
                <a:gridCol w="3897745">
                  <a:extLst>
                    <a:ext uri="{9D8B030D-6E8A-4147-A177-3AD203B41FA5}">
                      <a16:colId xmlns:a16="http://schemas.microsoft.com/office/drawing/2014/main" val="2097469918"/>
                    </a:ext>
                  </a:extLst>
                </a:gridCol>
                <a:gridCol w="3897745">
                  <a:extLst>
                    <a:ext uri="{9D8B030D-6E8A-4147-A177-3AD203B41FA5}">
                      <a16:colId xmlns:a16="http://schemas.microsoft.com/office/drawing/2014/main" val="817532201"/>
                    </a:ext>
                  </a:extLst>
                </a:gridCol>
              </a:tblGrid>
              <a:tr h="837503">
                <a:tc>
                  <a:txBody>
                    <a:bodyPr/>
                    <a:lstStyle/>
                    <a:p>
                      <a:r>
                        <a:rPr lang="en-US" sz="2400" dirty="0"/>
                        <a:t>Graceful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Quick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8558"/>
                  </a:ext>
                </a:extLst>
              </a:tr>
              <a:tr h="837503">
                <a:tc>
                  <a:txBody>
                    <a:bodyPr/>
                    <a:lstStyle/>
                    <a:p>
                      <a:r>
                        <a:rPr lang="en-US" sz="2400" dirty="0" err="1"/>
                        <a:t>MaxJobRetiremementTime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Vacate, not retirement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Jobs Immediately killed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774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4235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430DF-A226-38C3-03B3-F40707D34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DEFAULT_DRAINING_START_EXPR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0121F-4193-434E-F717-2AC62B6FE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However, if</a:t>
            </a:r>
          </a:p>
          <a:p>
            <a:endParaRPr lang="en-US" dirty="0"/>
          </a:p>
          <a:p>
            <a:r>
              <a:rPr lang="en-US" dirty="0"/>
              <a:t>DEFAULT_DRAINING_START_EXPR</a:t>
            </a:r>
          </a:p>
          <a:p>
            <a:endParaRPr lang="en-US" dirty="0"/>
          </a:p>
          <a:p>
            <a:r>
              <a:rPr lang="en-US" dirty="0"/>
              <a:t>AND graceful draining,</a:t>
            </a:r>
          </a:p>
          <a:p>
            <a:endParaRPr lang="en-US" dirty="0"/>
          </a:p>
          <a:p>
            <a:r>
              <a:rPr lang="en-US" dirty="0"/>
              <a:t>New jobs can start that match DEFAULT_DRAINING_START_EXPR</a:t>
            </a:r>
          </a:p>
        </p:txBody>
      </p:sp>
    </p:spTree>
    <p:extLst>
      <p:ext uri="{BB962C8B-B14F-4D97-AF65-F5344CB8AC3E}">
        <p14:creationId xmlns:p14="http://schemas.microsoft.com/office/powerpoint/2010/main" val="987523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46DA1-A5D6-570B-9C04-38D140396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E540CF-5C10-847F-743A-538492B34B02}"/>
              </a:ext>
            </a:extLst>
          </p:cNvPr>
          <p:cNvCxnSpPr>
            <a:cxnSpLocks/>
          </p:cNvCxnSpPr>
          <p:nvPr/>
        </p:nvCxnSpPr>
        <p:spPr>
          <a:xfrm flipH="1" flipV="1">
            <a:off x="6774873" y="1953087"/>
            <a:ext cx="2422393" cy="2237173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Cylinder 3">
            <a:extLst>
              <a:ext uri="{FF2B5EF4-FFF2-40B4-BE49-F238E27FC236}">
                <a16:creationId xmlns:a16="http://schemas.microsoft.com/office/drawing/2014/main" id="{4817059E-E1C8-F50D-8BC5-0222A3777058}"/>
              </a:ext>
            </a:extLst>
          </p:cNvPr>
          <p:cNvSpPr/>
          <p:nvPr/>
        </p:nvSpPr>
        <p:spPr>
          <a:xfrm>
            <a:off x="685801" y="3288323"/>
            <a:ext cx="1600200" cy="3217985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AP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BA9EC908-64FA-DE35-8834-B1492979631F}"/>
              </a:ext>
            </a:extLst>
          </p:cNvPr>
          <p:cNvSpPr/>
          <p:nvPr/>
        </p:nvSpPr>
        <p:spPr>
          <a:xfrm>
            <a:off x="5063259" y="163041"/>
            <a:ext cx="2312377" cy="2312377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EB2BFF-A5D3-2515-4DE4-0ED319CFA860}"/>
              </a:ext>
            </a:extLst>
          </p:cNvPr>
          <p:cNvSpPr/>
          <p:nvPr/>
        </p:nvSpPr>
        <p:spPr>
          <a:xfrm>
            <a:off x="9197266" y="4190260"/>
            <a:ext cx="2698812" cy="1944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EP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0632831-44E4-9E6E-35A0-C60931FC8F8C}"/>
              </a:ext>
            </a:extLst>
          </p:cNvPr>
          <p:cNvCxnSpPr>
            <a:cxnSpLocks/>
          </p:cNvCxnSpPr>
          <p:nvPr/>
        </p:nvCxnSpPr>
        <p:spPr>
          <a:xfrm flipH="1">
            <a:off x="2424545" y="1953087"/>
            <a:ext cx="3139131" cy="2237173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88D3468-A2B4-E18C-76F4-D9556C8FE18E}"/>
              </a:ext>
            </a:extLst>
          </p:cNvPr>
          <p:cNvCxnSpPr>
            <a:cxnSpLocks/>
          </p:cNvCxnSpPr>
          <p:nvPr/>
        </p:nvCxnSpPr>
        <p:spPr>
          <a:xfrm>
            <a:off x="2424545" y="5139337"/>
            <a:ext cx="6661884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97988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78084-B870-1466-F3B7-1F6B4EE18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ylinder 3">
            <a:extLst>
              <a:ext uri="{FF2B5EF4-FFF2-40B4-BE49-F238E27FC236}">
                <a16:creationId xmlns:a16="http://schemas.microsoft.com/office/drawing/2014/main" id="{93B9F1D0-F1FA-C23A-F5BA-5A18F50CEE3D}"/>
              </a:ext>
            </a:extLst>
          </p:cNvPr>
          <p:cNvSpPr/>
          <p:nvPr/>
        </p:nvSpPr>
        <p:spPr>
          <a:xfrm>
            <a:off x="685801" y="3288323"/>
            <a:ext cx="1600200" cy="3217985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5922AA-0F5B-6D40-C72C-465FD9597D75}"/>
              </a:ext>
            </a:extLst>
          </p:cNvPr>
          <p:cNvSpPr/>
          <p:nvPr/>
        </p:nvSpPr>
        <p:spPr>
          <a:xfrm>
            <a:off x="9197266" y="4190260"/>
            <a:ext cx="2698812" cy="1944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EP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6E5933-7766-B473-CEE4-403D6F2DE1B0}"/>
              </a:ext>
            </a:extLst>
          </p:cNvPr>
          <p:cNvCxnSpPr>
            <a:cxnSpLocks/>
          </p:cNvCxnSpPr>
          <p:nvPr/>
        </p:nvCxnSpPr>
        <p:spPr>
          <a:xfrm flipH="1">
            <a:off x="2479964" y="4779818"/>
            <a:ext cx="6592611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630C5E3-8A26-E518-849C-8BD3FAA2B718}"/>
              </a:ext>
            </a:extLst>
          </p:cNvPr>
          <p:cNvSpPr txBox="1"/>
          <p:nvPr/>
        </p:nvSpPr>
        <p:spPr>
          <a:xfrm>
            <a:off x="3879273" y="3629891"/>
            <a:ext cx="4156363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DIRECT_ATTACH</a:t>
            </a:r>
          </a:p>
        </p:txBody>
      </p:sp>
    </p:spTree>
    <p:extLst>
      <p:ext uri="{BB962C8B-B14F-4D97-AF65-F5344CB8AC3E}">
        <p14:creationId xmlns:p14="http://schemas.microsoft.com/office/powerpoint/2010/main" val="154702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0E7B-DCBC-35A3-2755-1A8BC03A7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69DF0D-5CB9-406A-99FD-16EAE111BF1E}"/>
              </a:ext>
            </a:extLst>
          </p:cNvPr>
          <p:cNvCxnSpPr>
            <a:cxnSpLocks/>
          </p:cNvCxnSpPr>
          <p:nvPr/>
        </p:nvCxnSpPr>
        <p:spPr>
          <a:xfrm flipH="1" flipV="1">
            <a:off x="6774873" y="1953087"/>
            <a:ext cx="2422393" cy="2237173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Cylinder 3">
            <a:extLst>
              <a:ext uri="{FF2B5EF4-FFF2-40B4-BE49-F238E27FC236}">
                <a16:creationId xmlns:a16="http://schemas.microsoft.com/office/drawing/2014/main" id="{83AF687C-039E-F6B3-5913-CB55E576E6F2}"/>
              </a:ext>
            </a:extLst>
          </p:cNvPr>
          <p:cNvSpPr/>
          <p:nvPr/>
        </p:nvSpPr>
        <p:spPr>
          <a:xfrm>
            <a:off x="685801" y="3288323"/>
            <a:ext cx="1600200" cy="3217985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AP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B44F8F6D-BF37-9561-6E8E-697ED591E447}"/>
              </a:ext>
            </a:extLst>
          </p:cNvPr>
          <p:cNvSpPr/>
          <p:nvPr/>
        </p:nvSpPr>
        <p:spPr>
          <a:xfrm>
            <a:off x="5063259" y="163041"/>
            <a:ext cx="2312377" cy="2312377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785385-DC2D-070D-59BF-24C99D70BB6B}"/>
              </a:ext>
            </a:extLst>
          </p:cNvPr>
          <p:cNvSpPr/>
          <p:nvPr/>
        </p:nvSpPr>
        <p:spPr>
          <a:xfrm>
            <a:off x="9197266" y="4190260"/>
            <a:ext cx="2698812" cy="1944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EP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06DB575-0D7B-D39B-94B7-2B7744B2328D}"/>
              </a:ext>
            </a:extLst>
          </p:cNvPr>
          <p:cNvCxnSpPr>
            <a:cxnSpLocks/>
          </p:cNvCxnSpPr>
          <p:nvPr/>
        </p:nvCxnSpPr>
        <p:spPr>
          <a:xfrm flipH="1">
            <a:off x="2424545" y="1953087"/>
            <a:ext cx="3139131" cy="2237173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1BD9534-E6BB-46DC-95EB-183BE0996A6E}"/>
              </a:ext>
            </a:extLst>
          </p:cNvPr>
          <p:cNvCxnSpPr>
            <a:cxnSpLocks/>
          </p:cNvCxnSpPr>
          <p:nvPr/>
        </p:nvCxnSpPr>
        <p:spPr>
          <a:xfrm>
            <a:off x="2424545" y="5139337"/>
            <a:ext cx="6661884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570489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67ECA-8F72-1016-EAE3-AEB97AF55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mond 4">
            <a:extLst>
              <a:ext uri="{FF2B5EF4-FFF2-40B4-BE49-F238E27FC236}">
                <a16:creationId xmlns:a16="http://schemas.microsoft.com/office/drawing/2014/main" id="{99E25D82-8DC2-324C-911C-172045655E38}"/>
              </a:ext>
            </a:extLst>
          </p:cNvPr>
          <p:cNvSpPr/>
          <p:nvPr/>
        </p:nvSpPr>
        <p:spPr>
          <a:xfrm>
            <a:off x="329712" y="501407"/>
            <a:ext cx="2312377" cy="2312377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7DA616-BC63-9779-E41C-0A2A60EC0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Policy in the CM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4E00C76C-6749-3718-BA3C-0356190F59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0838046"/>
              </p:ext>
            </p:extLst>
          </p:nvPr>
        </p:nvGraphicFramePr>
        <p:xfrm>
          <a:off x="568037" y="3674226"/>
          <a:ext cx="11055926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6347">
                  <a:extLst>
                    <a:ext uri="{9D8B030D-6E8A-4147-A177-3AD203B41FA5}">
                      <a16:colId xmlns:a16="http://schemas.microsoft.com/office/drawing/2014/main" val="194303692"/>
                    </a:ext>
                  </a:extLst>
                </a:gridCol>
                <a:gridCol w="6649579">
                  <a:extLst>
                    <a:ext uri="{9D8B030D-6E8A-4147-A177-3AD203B41FA5}">
                      <a16:colId xmlns:a16="http://schemas.microsoft.com/office/drawing/2014/main" val="2586842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400" dirty="0"/>
                        <a:t>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Can 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9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Pick a submitter to go 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Pick a job to go next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95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Pick which slot job 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Pick size of job to go next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145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966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D0DA-F6A3-9487-8397-90965904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CM policy in config files, some in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C3462-FC3F-3108-89CC-5876C7CFA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We are not very consistent here</a:t>
            </a:r>
          </a:p>
          <a:p>
            <a:endParaRPr lang="en-US" dirty="0"/>
          </a:p>
          <a:p>
            <a:r>
              <a:rPr lang="en-US" dirty="0"/>
              <a:t>“generally” RCFs run the tool, admins control the config file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Let’s start with the config file knobs…</a:t>
            </a:r>
          </a:p>
        </p:txBody>
      </p:sp>
    </p:spTree>
    <p:extLst>
      <p:ext uri="{BB962C8B-B14F-4D97-AF65-F5344CB8AC3E}">
        <p14:creationId xmlns:p14="http://schemas.microsoft.com/office/powerpoint/2010/main" val="2374240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35375-5EE7-D385-AAA4-2A120DF1C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Defrag daemon runs on the cm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A0CBC-658B-BA3B-6C98-4098A43D7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 by default</a:t>
            </a:r>
          </a:p>
          <a:p>
            <a:r>
              <a:rPr lang="en-US" dirty="0"/>
              <a:t>Automates the calling of </a:t>
            </a:r>
            <a:r>
              <a:rPr lang="en-US" dirty="0" err="1"/>
              <a:t>condor_drain</a:t>
            </a:r>
            <a:endParaRPr lang="en-US" dirty="0"/>
          </a:p>
          <a:p>
            <a:r>
              <a:rPr lang="en-US" dirty="0"/>
              <a:t>Doesn’t look at demand</a:t>
            </a:r>
          </a:p>
        </p:txBody>
      </p:sp>
    </p:spTree>
    <p:extLst>
      <p:ext uri="{BB962C8B-B14F-4D97-AF65-F5344CB8AC3E}">
        <p14:creationId xmlns:p14="http://schemas.microsoft.com/office/powerpoint/2010/main" val="385918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1AB71-3B0E-AF8F-73F9-BDE176BF0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Defrag knobs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9177B-C8FD-FCB3-36BA-0E572E1E9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825625"/>
            <a:ext cx="11132127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Rate limit: how many machines to start draining per hour.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DEFRAG_DRAINING_MACHINES_PER_HOUR = 2.0# How many to start DEFRAG_MAX_CONCURRENT_DRAINING = 4     # Stop draining new machines once this many DEFRAG_MAX_WHOLE_MACHINES = 10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What counts as "defragmented enough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DEFRAG_WHOLE_MACHINE_EXPR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&gt;= min({8,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TotalSlotCpus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}) &amp;&amp;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PartitionableSlot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DEFRAG_REQUIREMENTS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PartitionableSlot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&amp;&amp; Offline =!= true 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DEFRAG_WHOLE_MACHINE_EXPR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&gt;= min({8,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TotalSlotCpus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}) &amp;&amp;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PartitionableSlot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DEFRAG_REQUIREMENTS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PartitionableSlot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&amp;&amp; Offline =!= true &amp;&amp; \                           	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TotalCpus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&gt;= 8 &amp;&amp; \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 min({8,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TotalSlotCpus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}) &amp;&amp; \                      			Draining =!= true 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DEFRAG_DRAINING_SCHEDULE = graceful</a:t>
            </a:r>
          </a:p>
        </p:txBody>
      </p:sp>
    </p:spTree>
    <p:extLst>
      <p:ext uri="{BB962C8B-B14F-4D97-AF65-F5344CB8AC3E}">
        <p14:creationId xmlns:p14="http://schemas.microsoft.com/office/powerpoint/2010/main" val="2199950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51F90-7B07-1F8A-252A-FEAC394C0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NEGOTIATOR_PRE_JOB_RANK</a:t>
            </a:r>
          </a:p>
        </p:txBody>
      </p:sp>
      <p:sp>
        <p:nvSpPr>
          <p:cNvPr id="4" name="s_113">
            <a:extLst>
              <a:ext uri="{FF2B5EF4-FFF2-40B4-BE49-F238E27FC236}">
                <a16:creationId xmlns:a16="http://schemas.microsoft.com/office/drawing/2014/main" id="{30FB1330-5345-7E22-336F-30DB6BFE8D01}"/>
              </a:ext>
            </a:extLst>
          </p:cNvPr>
          <p:cNvSpPr txBox="1"/>
          <p:nvPr/>
        </p:nvSpPr>
        <p:spPr>
          <a:xfrm>
            <a:off x="3000893" y="2436183"/>
            <a:ext cx="5173287" cy="641743"/>
          </a:xfrm>
          <a:prstGeom prst="rect">
            <a:avLst/>
          </a:prstGeom>
          <a:solidFill>
            <a:srgbClr val="D6EB99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NEGOTIATOR_PRE_JOB_RANK   (admin)</a:t>
            </a:r>
            <a:endParaRPr lang="en-US" sz="1500" dirty="0"/>
          </a:p>
        </p:txBody>
      </p:sp>
      <p:sp>
        <p:nvSpPr>
          <p:cNvPr id="5" name="a1_114">
            <a:extLst>
              <a:ext uri="{FF2B5EF4-FFF2-40B4-BE49-F238E27FC236}">
                <a16:creationId xmlns:a16="http://schemas.microsoft.com/office/drawing/2014/main" id="{27B95C9D-54D3-E73A-F734-E6290CA1BC0F}"/>
              </a:ext>
            </a:extLst>
          </p:cNvPr>
          <p:cNvSpPr txBox="1"/>
          <p:nvPr/>
        </p:nvSpPr>
        <p:spPr>
          <a:xfrm>
            <a:off x="3000894" y="3213146"/>
            <a:ext cx="5173287" cy="641743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Job Rank   (user)</a:t>
            </a:r>
            <a:endParaRPr lang="en-US" sz="1500" dirty="0"/>
          </a:p>
        </p:txBody>
      </p:sp>
      <p:sp>
        <p:nvSpPr>
          <p:cNvPr id="6" name="a2_115">
            <a:extLst>
              <a:ext uri="{FF2B5EF4-FFF2-40B4-BE49-F238E27FC236}">
                <a16:creationId xmlns:a16="http://schemas.microsoft.com/office/drawing/2014/main" id="{B4CD1FF8-751A-58FE-743C-29BB29678C50}"/>
              </a:ext>
            </a:extLst>
          </p:cNvPr>
          <p:cNvSpPr txBox="1"/>
          <p:nvPr/>
        </p:nvSpPr>
        <p:spPr>
          <a:xfrm>
            <a:off x="3000894" y="3780074"/>
            <a:ext cx="5173287" cy="641743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NEGOTIATOR_POST_JOB_RANK   (tie-break)</a:t>
            </a:r>
            <a:endParaRPr lang="en-US" sz="1500" dirty="0"/>
          </a:p>
        </p:txBody>
      </p:sp>
      <p:sp>
        <p:nvSpPr>
          <p:cNvPr id="7" name="a3_116">
            <a:extLst>
              <a:ext uri="{FF2B5EF4-FFF2-40B4-BE49-F238E27FC236}">
                <a16:creationId xmlns:a16="http://schemas.microsoft.com/office/drawing/2014/main" id="{34ED8F27-F79B-2A9D-3CA6-DD21190C4698}"/>
              </a:ext>
            </a:extLst>
          </p:cNvPr>
          <p:cNvSpPr txBox="1"/>
          <p:nvPr/>
        </p:nvSpPr>
        <p:spPr>
          <a:xfrm>
            <a:off x="3000894" y="4347002"/>
            <a:ext cx="5173287" cy="641743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No preemption  &gt;  startd RANK  &gt;  priority</a:t>
            </a:r>
            <a:endParaRPr lang="en-US" sz="1500" dirty="0"/>
          </a:p>
        </p:txBody>
      </p:sp>
      <p:sp>
        <p:nvSpPr>
          <p:cNvPr id="8" name="a4_117">
            <a:extLst>
              <a:ext uri="{FF2B5EF4-FFF2-40B4-BE49-F238E27FC236}">
                <a16:creationId xmlns:a16="http://schemas.microsoft.com/office/drawing/2014/main" id="{96B206B9-4370-9139-EC91-35F11FD28857}"/>
              </a:ext>
            </a:extLst>
          </p:cNvPr>
          <p:cNvSpPr txBox="1"/>
          <p:nvPr/>
        </p:nvSpPr>
        <p:spPr>
          <a:xfrm>
            <a:off x="3000894" y="4913930"/>
            <a:ext cx="5173287" cy="641743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PREEMPTION_RANK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56402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5698-590C-6EA3-47A0-EE38E807F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quotas</a:t>
            </a:r>
          </a:p>
        </p:txBody>
      </p:sp>
      <p:sp>
        <p:nvSpPr>
          <p:cNvPr id="4" name="s_136">
            <a:extLst>
              <a:ext uri="{FF2B5EF4-FFF2-40B4-BE49-F238E27FC236}">
                <a16:creationId xmlns:a16="http://schemas.microsoft.com/office/drawing/2014/main" id="{8AF4EB64-0FC9-884D-0461-7F4FF430AC3F}"/>
              </a:ext>
            </a:extLst>
          </p:cNvPr>
          <p:cNvSpPr txBox="1"/>
          <p:nvPr/>
        </p:nvSpPr>
        <p:spPr>
          <a:xfrm>
            <a:off x="2945477" y="1999211"/>
            <a:ext cx="1737360" cy="502920"/>
          </a:xfrm>
          <a:prstGeom prst="ellipse">
            <a:avLst/>
          </a:prstGeom>
          <a:solidFill>
            <a:srgbClr val="8C8C8C"/>
          </a:solidFill>
          <a:ln w="9525">
            <a:solidFill>
              <a:srgbClr val="8C8C8C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700</a:t>
            </a:r>
            <a:endParaRPr lang="en-US" sz="1400" dirty="0"/>
          </a:p>
        </p:txBody>
      </p:sp>
      <p:sp>
        <p:nvSpPr>
          <p:cNvPr id="5" name="a1_137">
            <a:extLst>
              <a:ext uri="{FF2B5EF4-FFF2-40B4-BE49-F238E27FC236}">
                <a16:creationId xmlns:a16="http://schemas.microsoft.com/office/drawing/2014/main" id="{6A63968A-E150-FFAB-8F3C-04F5F03B8E62}"/>
              </a:ext>
            </a:extLst>
          </p:cNvPr>
          <p:cNvSpPr txBox="1"/>
          <p:nvPr/>
        </p:nvSpPr>
        <p:spPr>
          <a:xfrm>
            <a:off x="1345277" y="3050771"/>
            <a:ext cx="2011680" cy="502920"/>
          </a:xfrm>
          <a:prstGeom prst="ellipse">
            <a:avLst/>
          </a:prstGeom>
          <a:solidFill>
            <a:srgbClr val="8C8C8C"/>
          </a:solidFill>
          <a:ln w="9525">
            <a:solidFill>
              <a:srgbClr val="8C8C8C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string_theory 100</a:t>
            </a:r>
            <a:endParaRPr lang="en-US" sz="1400" dirty="0"/>
          </a:p>
        </p:txBody>
      </p:sp>
      <p:sp>
        <p:nvSpPr>
          <p:cNvPr id="6" name="a1_138">
            <a:extLst>
              <a:ext uri="{FF2B5EF4-FFF2-40B4-BE49-F238E27FC236}">
                <a16:creationId xmlns:a16="http://schemas.microsoft.com/office/drawing/2014/main" id="{797B63B5-7B4D-ED11-6087-06BBA757C8B7}"/>
              </a:ext>
            </a:extLst>
          </p:cNvPr>
          <p:cNvSpPr txBox="1"/>
          <p:nvPr/>
        </p:nvSpPr>
        <p:spPr>
          <a:xfrm>
            <a:off x="3951317" y="3050771"/>
            <a:ext cx="1737360" cy="502920"/>
          </a:xfrm>
          <a:prstGeom prst="ellipse">
            <a:avLst/>
          </a:prstGeom>
          <a:solidFill>
            <a:srgbClr val="8C8C8C"/>
          </a:solidFill>
          <a:ln w="9525">
            <a:solidFill>
              <a:srgbClr val="8C8C8C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 600</a:t>
            </a:r>
            <a:endParaRPr lang="en-US" sz="1400" dirty="0"/>
          </a:p>
        </p:txBody>
      </p:sp>
      <p:sp>
        <p:nvSpPr>
          <p:cNvPr id="7" name="a1_139">
            <a:extLst>
              <a:ext uri="{FF2B5EF4-FFF2-40B4-BE49-F238E27FC236}">
                <a16:creationId xmlns:a16="http://schemas.microsoft.com/office/drawing/2014/main" id="{5E1CE230-D55D-E356-E6A9-AAD4FE3F60C4}"/>
              </a:ext>
            </a:extLst>
          </p:cNvPr>
          <p:cNvSpPr/>
          <p:nvPr/>
        </p:nvSpPr>
        <p:spPr>
          <a:xfrm flipH="1">
            <a:off x="2351117" y="2502131"/>
            <a:ext cx="1143000" cy="548640"/>
          </a:xfrm>
          <a:prstGeom prst="line">
            <a:avLst/>
          </a:prstGeom>
          <a:noFill/>
          <a:ln w="3175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a1_140">
            <a:extLst>
              <a:ext uri="{FF2B5EF4-FFF2-40B4-BE49-F238E27FC236}">
                <a16:creationId xmlns:a16="http://schemas.microsoft.com/office/drawing/2014/main" id="{296AB859-00E4-BAA9-6BED-89B212AB6E40}"/>
              </a:ext>
            </a:extLst>
          </p:cNvPr>
          <p:cNvSpPr/>
          <p:nvPr/>
        </p:nvSpPr>
        <p:spPr>
          <a:xfrm>
            <a:off x="4042757" y="2502131"/>
            <a:ext cx="777240" cy="548640"/>
          </a:xfrm>
          <a:prstGeom prst="line">
            <a:avLst/>
          </a:prstGeom>
          <a:noFill/>
          <a:ln w="3175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2_141">
            <a:extLst>
              <a:ext uri="{FF2B5EF4-FFF2-40B4-BE49-F238E27FC236}">
                <a16:creationId xmlns:a16="http://schemas.microsoft.com/office/drawing/2014/main" id="{B6485DA7-7A23-E87B-8F96-C3142C60400E}"/>
              </a:ext>
            </a:extLst>
          </p:cNvPr>
          <p:cNvSpPr txBox="1"/>
          <p:nvPr/>
        </p:nvSpPr>
        <p:spPr>
          <a:xfrm>
            <a:off x="2579717" y="4148051"/>
            <a:ext cx="1325880" cy="502920"/>
          </a:xfrm>
          <a:prstGeom prst="ellipse">
            <a:avLst/>
          </a:prstGeom>
          <a:solidFill>
            <a:srgbClr val="8C8C8C"/>
          </a:solidFill>
          <a:ln w="9525">
            <a:solidFill>
              <a:srgbClr val="8C8C8C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200</a:t>
            </a:r>
            <a:endParaRPr lang="en-US" sz="1400" dirty="0"/>
          </a:p>
        </p:txBody>
      </p:sp>
      <p:sp>
        <p:nvSpPr>
          <p:cNvPr id="10" name="a2_142">
            <a:extLst>
              <a:ext uri="{FF2B5EF4-FFF2-40B4-BE49-F238E27FC236}">
                <a16:creationId xmlns:a16="http://schemas.microsoft.com/office/drawing/2014/main" id="{8BA31040-BD3C-84A4-56D5-3DFF2FB133E6}"/>
              </a:ext>
            </a:extLst>
          </p:cNvPr>
          <p:cNvSpPr/>
          <p:nvPr/>
        </p:nvSpPr>
        <p:spPr>
          <a:xfrm flipH="1">
            <a:off x="3238085" y="3553691"/>
            <a:ext cx="1581912" cy="594360"/>
          </a:xfrm>
          <a:prstGeom prst="line">
            <a:avLst/>
          </a:prstGeom>
          <a:noFill/>
          <a:ln w="3175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2_143">
            <a:extLst>
              <a:ext uri="{FF2B5EF4-FFF2-40B4-BE49-F238E27FC236}">
                <a16:creationId xmlns:a16="http://schemas.microsoft.com/office/drawing/2014/main" id="{1EE19DD1-82FC-D1EC-622F-BD13DB661B07}"/>
              </a:ext>
            </a:extLst>
          </p:cNvPr>
          <p:cNvSpPr txBox="1"/>
          <p:nvPr/>
        </p:nvSpPr>
        <p:spPr>
          <a:xfrm>
            <a:off x="4042757" y="4148051"/>
            <a:ext cx="1325880" cy="502920"/>
          </a:xfrm>
          <a:prstGeom prst="ellipse">
            <a:avLst/>
          </a:prstGeom>
          <a:solidFill>
            <a:srgbClr val="8C8C8C"/>
          </a:solidFill>
          <a:ln w="9525">
            <a:solidFill>
              <a:srgbClr val="8C8C8C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200</a:t>
            </a:r>
            <a:endParaRPr lang="en-US" sz="1400" dirty="0"/>
          </a:p>
        </p:txBody>
      </p:sp>
      <p:sp>
        <p:nvSpPr>
          <p:cNvPr id="12" name="a2_144">
            <a:extLst>
              <a:ext uri="{FF2B5EF4-FFF2-40B4-BE49-F238E27FC236}">
                <a16:creationId xmlns:a16="http://schemas.microsoft.com/office/drawing/2014/main" id="{CA70BC85-E330-F6A9-72A3-FD775D0519ED}"/>
              </a:ext>
            </a:extLst>
          </p:cNvPr>
          <p:cNvSpPr/>
          <p:nvPr/>
        </p:nvSpPr>
        <p:spPr>
          <a:xfrm flipH="1">
            <a:off x="4701125" y="3553691"/>
            <a:ext cx="118872" cy="594360"/>
          </a:xfrm>
          <a:prstGeom prst="line">
            <a:avLst/>
          </a:prstGeom>
          <a:noFill/>
          <a:ln w="3175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a2_145">
            <a:extLst>
              <a:ext uri="{FF2B5EF4-FFF2-40B4-BE49-F238E27FC236}">
                <a16:creationId xmlns:a16="http://schemas.microsoft.com/office/drawing/2014/main" id="{36163C35-52FB-ED2F-DA63-F9F83E24FEA4}"/>
              </a:ext>
            </a:extLst>
          </p:cNvPr>
          <p:cNvSpPr txBox="1"/>
          <p:nvPr/>
        </p:nvSpPr>
        <p:spPr>
          <a:xfrm>
            <a:off x="5505797" y="4148051"/>
            <a:ext cx="1325880" cy="502920"/>
          </a:xfrm>
          <a:prstGeom prst="ellipse">
            <a:avLst/>
          </a:prstGeom>
          <a:solidFill>
            <a:srgbClr val="8C8C8C"/>
          </a:solidFill>
          <a:ln w="9525">
            <a:solidFill>
              <a:srgbClr val="8C8C8C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cdf 100</a:t>
            </a:r>
            <a:endParaRPr lang="en-US" sz="1400" dirty="0"/>
          </a:p>
        </p:txBody>
      </p:sp>
      <p:sp>
        <p:nvSpPr>
          <p:cNvPr id="14" name="a2_146">
            <a:extLst>
              <a:ext uri="{FF2B5EF4-FFF2-40B4-BE49-F238E27FC236}">
                <a16:creationId xmlns:a16="http://schemas.microsoft.com/office/drawing/2014/main" id="{C204137C-5050-1ACD-1B61-86A934B86884}"/>
              </a:ext>
            </a:extLst>
          </p:cNvPr>
          <p:cNvSpPr/>
          <p:nvPr/>
        </p:nvSpPr>
        <p:spPr>
          <a:xfrm>
            <a:off x="4819997" y="3553691"/>
            <a:ext cx="1344168" cy="594360"/>
          </a:xfrm>
          <a:prstGeom prst="line">
            <a:avLst/>
          </a:prstGeom>
          <a:noFill/>
          <a:ln w="3175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3_147">
            <a:extLst>
              <a:ext uri="{FF2B5EF4-FFF2-40B4-BE49-F238E27FC236}">
                <a16:creationId xmlns:a16="http://schemas.microsoft.com/office/drawing/2014/main" id="{AB4FFACA-E354-D5D2-8E93-16D1DA3F8D8B}"/>
              </a:ext>
            </a:extLst>
          </p:cNvPr>
          <p:cNvSpPr txBox="1"/>
          <p:nvPr/>
        </p:nvSpPr>
        <p:spPr>
          <a:xfrm>
            <a:off x="6785957" y="2227811"/>
            <a:ext cx="310896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Each group gets a quota</a:t>
            </a:r>
            <a:endParaRPr lang="en-US" sz="1800" dirty="0"/>
          </a:p>
        </p:txBody>
      </p:sp>
      <p:sp>
        <p:nvSpPr>
          <p:cNvPr id="16" name="a3_148">
            <a:extLst>
              <a:ext uri="{FF2B5EF4-FFF2-40B4-BE49-F238E27FC236}">
                <a16:creationId xmlns:a16="http://schemas.microsoft.com/office/drawing/2014/main" id="{1F0F23CA-D9EB-3509-3BCF-3020E63717B0}"/>
              </a:ext>
            </a:extLst>
          </p:cNvPr>
          <p:cNvSpPr txBox="1"/>
          <p:nvPr/>
        </p:nvSpPr>
        <p:spPr>
          <a:xfrm>
            <a:off x="6785957" y="2621511"/>
            <a:ext cx="310896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Virtual sub-pool per group</a:t>
            </a:r>
            <a:endParaRPr lang="en-US" sz="1800" dirty="0"/>
          </a:p>
        </p:txBody>
      </p:sp>
      <p:sp>
        <p:nvSpPr>
          <p:cNvPr id="17" name="a3_149">
            <a:extLst>
              <a:ext uri="{FF2B5EF4-FFF2-40B4-BE49-F238E27FC236}">
                <a16:creationId xmlns:a16="http://schemas.microsoft.com/office/drawing/2014/main" id="{9EE22302-142A-6CCA-7E41-D5E148C74557}"/>
              </a:ext>
            </a:extLst>
          </p:cNvPr>
          <p:cNvSpPr txBox="1"/>
          <p:nvPr/>
        </p:nvSpPr>
        <p:spPr>
          <a:xfrm>
            <a:off x="6785957" y="3015211"/>
            <a:ext cx="310896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Fair share inside each</a:t>
            </a:r>
            <a:endParaRPr lang="en-US" sz="1800" dirty="0"/>
          </a:p>
        </p:txBody>
      </p:sp>
      <p:sp>
        <p:nvSpPr>
          <p:cNvPr id="18" name="a4_150">
            <a:extLst>
              <a:ext uri="{FF2B5EF4-FFF2-40B4-BE49-F238E27FC236}">
                <a16:creationId xmlns:a16="http://schemas.microsoft.com/office/drawing/2014/main" id="{D36BCF8E-44A5-C7D5-EA93-17FCBF4E2464}"/>
              </a:ext>
            </a:extLst>
          </p:cNvPr>
          <p:cNvSpPr txBox="1"/>
          <p:nvPr/>
        </p:nvSpPr>
        <p:spPr>
          <a:xfrm>
            <a:off x="6785957" y="3645131"/>
            <a:ext cx="310896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quota comes first!</a:t>
            </a:r>
            <a:endParaRPr lang="en-US" sz="1800" dirty="0"/>
          </a:p>
        </p:txBody>
      </p:sp>
      <p:sp>
        <p:nvSpPr>
          <p:cNvPr id="19" name="a5_151">
            <a:extLst>
              <a:ext uri="{FF2B5EF4-FFF2-40B4-BE49-F238E27FC236}">
                <a16:creationId xmlns:a16="http://schemas.microsoft.com/office/drawing/2014/main" id="{83AF59E9-47C6-6F71-5985-6FDB9A8B4889}"/>
              </a:ext>
            </a:extLst>
          </p:cNvPr>
          <p:cNvSpPr txBox="1"/>
          <p:nvPr/>
        </p:nvSpPr>
        <p:spPr>
          <a:xfrm>
            <a:off x="1390997" y="5062451"/>
            <a:ext cx="8412480" cy="685800"/>
          </a:xfrm>
          <a:prstGeom prst="rect">
            <a:avLst/>
          </a:prstGeom>
          <a:solidFill>
            <a:srgbClr val="1A1A1A"/>
          </a:solidFill>
          <a:ln w="9525">
            <a:solidFill>
              <a:srgbClr val="7F7F7F"/>
            </a:solidFill>
          </a:ln>
        </p:spPr>
        <p:txBody>
          <a:bodyPr wrap="square" lIns="76200" tIns="101600" rIns="101600" bIns="762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GROUP_NAMES = physics, physics.particle, physics.particle.cms, ...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GROUP_QUOTA_physics = 700      # or GROUP_QUOTA_DYNAMIC_&lt;g&gt; = 0.4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20947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22A8B-6B06-0792-F49D-38DBA9444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Quota with Surplus</a:t>
            </a:r>
          </a:p>
        </p:txBody>
      </p:sp>
      <p:sp>
        <p:nvSpPr>
          <p:cNvPr id="4" name="s_153">
            <a:extLst>
              <a:ext uri="{FF2B5EF4-FFF2-40B4-BE49-F238E27FC236}">
                <a16:creationId xmlns:a16="http://schemas.microsoft.com/office/drawing/2014/main" id="{0018CFCB-A65B-9E01-F69D-FA725F7DD4E0}"/>
              </a:ext>
            </a:extLst>
          </p:cNvPr>
          <p:cNvSpPr txBox="1"/>
          <p:nvPr/>
        </p:nvSpPr>
        <p:spPr>
          <a:xfrm>
            <a:off x="4799214" y="2355272"/>
            <a:ext cx="1554480" cy="502920"/>
          </a:xfrm>
          <a:prstGeom prst="ellipse">
            <a:avLst/>
          </a:prstGeom>
          <a:solidFill>
            <a:srgbClr val="8C8C8C"/>
          </a:solidFill>
          <a:ln w="9525">
            <a:solidFill>
              <a:srgbClr val="8C8C8C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60</a:t>
            </a:r>
            <a:endParaRPr lang="en-US" sz="1400" dirty="0"/>
          </a:p>
        </p:txBody>
      </p:sp>
      <p:sp>
        <p:nvSpPr>
          <p:cNvPr id="5" name="s_154">
            <a:extLst>
              <a:ext uri="{FF2B5EF4-FFF2-40B4-BE49-F238E27FC236}">
                <a16:creationId xmlns:a16="http://schemas.microsoft.com/office/drawing/2014/main" id="{A674FD67-299E-D968-D5D0-2F2D9130B85C}"/>
              </a:ext>
            </a:extLst>
          </p:cNvPr>
          <p:cNvSpPr txBox="1"/>
          <p:nvPr/>
        </p:nvSpPr>
        <p:spPr>
          <a:xfrm>
            <a:off x="2330334" y="3452552"/>
            <a:ext cx="1554480" cy="502920"/>
          </a:xfrm>
          <a:prstGeom prst="ellipse">
            <a:avLst/>
          </a:prstGeom>
          <a:solidFill>
            <a:srgbClr val="8C8C8C"/>
          </a:solidFill>
          <a:ln w="9525">
            <a:solidFill>
              <a:srgbClr val="8C8C8C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10</a:t>
            </a:r>
            <a:endParaRPr lang="en-US" sz="1400" dirty="0"/>
          </a:p>
        </p:txBody>
      </p:sp>
      <p:sp>
        <p:nvSpPr>
          <p:cNvPr id="6" name="s_155">
            <a:extLst>
              <a:ext uri="{FF2B5EF4-FFF2-40B4-BE49-F238E27FC236}">
                <a16:creationId xmlns:a16="http://schemas.microsoft.com/office/drawing/2014/main" id="{FA76E1EB-0B66-2BB8-541B-531B41099B16}"/>
              </a:ext>
            </a:extLst>
          </p:cNvPr>
          <p:cNvSpPr/>
          <p:nvPr/>
        </p:nvSpPr>
        <p:spPr>
          <a:xfrm flipH="1">
            <a:off x="3107574" y="2858192"/>
            <a:ext cx="2468880" cy="594360"/>
          </a:xfrm>
          <a:prstGeom prst="line">
            <a:avLst/>
          </a:prstGeom>
          <a:noFill/>
          <a:ln w="3175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_156">
            <a:extLst>
              <a:ext uri="{FF2B5EF4-FFF2-40B4-BE49-F238E27FC236}">
                <a16:creationId xmlns:a16="http://schemas.microsoft.com/office/drawing/2014/main" id="{4592CE13-338E-6B51-F67C-7AEE6C0D7E20}"/>
              </a:ext>
            </a:extLst>
          </p:cNvPr>
          <p:cNvSpPr txBox="1"/>
          <p:nvPr/>
        </p:nvSpPr>
        <p:spPr>
          <a:xfrm>
            <a:off x="4799214" y="3452552"/>
            <a:ext cx="1554480" cy="502920"/>
          </a:xfrm>
          <a:prstGeom prst="ellipse">
            <a:avLst/>
          </a:prstGeom>
          <a:solidFill>
            <a:srgbClr val="8C8C8C"/>
          </a:solidFill>
          <a:ln w="9525">
            <a:solidFill>
              <a:srgbClr val="8C8C8C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20</a:t>
            </a:r>
            <a:endParaRPr lang="en-US" sz="1400" dirty="0"/>
          </a:p>
        </p:txBody>
      </p:sp>
      <p:sp>
        <p:nvSpPr>
          <p:cNvPr id="8" name="s_157">
            <a:extLst>
              <a:ext uri="{FF2B5EF4-FFF2-40B4-BE49-F238E27FC236}">
                <a16:creationId xmlns:a16="http://schemas.microsoft.com/office/drawing/2014/main" id="{16F195E7-5FEF-21D9-9324-B6668EAD3F52}"/>
              </a:ext>
            </a:extLst>
          </p:cNvPr>
          <p:cNvSpPr/>
          <p:nvPr/>
        </p:nvSpPr>
        <p:spPr>
          <a:xfrm>
            <a:off x="5576454" y="2858192"/>
            <a:ext cx="0" cy="594360"/>
          </a:xfrm>
          <a:prstGeom prst="line">
            <a:avLst/>
          </a:prstGeom>
          <a:noFill/>
          <a:ln w="3175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_158">
            <a:extLst>
              <a:ext uri="{FF2B5EF4-FFF2-40B4-BE49-F238E27FC236}">
                <a16:creationId xmlns:a16="http://schemas.microsoft.com/office/drawing/2014/main" id="{EC58705D-C76D-DF3F-D49A-F28F09DEE3DE}"/>
              </a:ext>
            </a:extLst>
          </p:cNvPr>
          <p:cNvSpPr txBox="1"/>
          <p:nvPr/>
        </p:nvSpPr>
        <p:spPr>
          <a:xfrm>
            <a:off x="7268094" y="3452552"/>
            <a:ext cx="1554480" cy="502920"/>
          </a:xfrm>
          <a:prstGeom prst="ellipse">
            <a:avLst/>
          </a:prstGeom>
          <a:solidFill>
            <a:srgbClr val="8C8C8C"/>
          </a:solidFill>
          <a:ln w="9525">
            <a:solidFill>
              <a:srgbClr val="8C8C8C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30</a:t>
            </a:r>
            <a:endParaRPr lang="en-US" sz="1400" dirty="0"/>
          </a:p>
        </p:txBody>
      </p:sp>
      <p:sp>
        <p:nvSpPr>
          <p:cNvPr id="10" name="s_159">
            <a:extLst>
              <a:ext uri="{FF2B5EF4-FFF2-40B4-BE49-F238E27FC236}">
                <a16:creationId xmlns:a16="http://schemas.microsoft.com/office/drawing/2014/main" id="{91F121A9-EF2F-2118-B995-0D5C32FC680C}"/>
              </a:ext>
            </a:extLst>
          </p:cNvPr>
          <p:cNvSpPr/>
          <p:nvPr/>
        </p:nvSpPr>
        <p:spPr>
          <a:xfrm>
            <a:off x="5576454" y="2858192"/>
            <a:ext cx="2468880" cy="594360"/>
          </a:xfrm>
          <a:prstGeom prst="line">
            <a:avLst/>
          </a:prstGeom>
          <a:noFill/>
          <a:ln w="3175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1_160">
            <a:extLst>
              <a:ext uri="{FF2B5EF4-FFF2-40B4-BE49-F238E27FC236}">
                <a16:creationId xmlns:a16="http://schemas.microsoft.com/office/drawing/2014/main" id="{824B4DF7-D49A-D776-52E7-C12F104EC984}"/>
              </a:ext>
            </a:extLst>
          </p:cNvPr>
          <p:cNvSpPr txBox="1"/>
          <p:nvPr/>
        </p:nvSpPr>
        <p:spPr>
          <a:xfrm>
            <a:off x="1690254" y="4275512"/>
            <a:ext cx="1828800" cy="457200"/>
          </a:xfrm>
          <a:prstGeom prst="wedgeRectCallout">
            <a:avLst/>
          </a:prstGeom>
          <a:solidFill>
            <a:srgbClr val="D3D0CD"/>
          </a:solidFill>
          <a:ln w="9525">
            <a:solidFill>
              <a:srgbClr val="7F7F7F"/>
            </a:solidFill>
          </a:ln>
        </p:spPr>
        <p:txBody>
          <a:bodyPr wrap="square" lIns="50800" tIns="76200" rIns="76200" bIns="508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only has 3 jobs</a:t>
            </a:r>
            <a:endParaRPr lang="en-US" sz="1400" dirty="0"/>
          </a:p>
        </p:txBody>
      </p:sp>
      <p:sp>
        <p:nvSpPr>
          <p:cNvPr id="12" name="a2_161">
            <a:extLst>
              <a:ext uri="{FF2B5EF4-FFF2-40B4-BE49-F238E27FC236}">
                <a16:creationId xmlns:a16="http://schemas.microsoft.com/office/drawing/2014/main" id="{D2958893-EAB5-28CE-F2D0-876E6533153D}"/>
              </a:ext>
            </a:extLst>
          </p:cNvPr>
          <p:cNvSpPr txBox="1"/>
          <p:nvPr/>
        </p:nvSpPr>
        <p:spPr>
          <a:xfrm>
            <a:off x="2650374" y="5007032"/>
            <a:ext cx="914400" cy="502920"/>
          </a:xfrm>
          <a:prstGeom prst="rect">
            <a:avLst/>
          </a:prstGeom>
          <a:solidFill>
            <a:srgbClr val="D6EB99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a2_162">
            <a:extLst>
              <a:ext uri="{FF2B5EF4-FFF2-40B4-BE49-F238E27FC236}">
                <a16:creationId xmlns:a16="http://schemas.microsoft.com/office/drawing/2014/main" id="{4C800C09-29A7-DA13-0D4F-64A1F2EB664C}"/>
              </a:ext>
            </a:extLst>
          </p:cNvPr>
          <p:cNvSpPr txBox="1"/>
          <p:nvPr/>
        </p:nvSpPr>
        <p:spPr>
          <a:xfrm>
            <a:off x="4890654" y="5007032"/>
            <a:ext cx="1371600" cy="502920"/>
          </a:xfrm>
          <a:prstGeom prst="rect">
            <a:avLst/>
          </a:prstGeom>
          <a:solidFill>
            <a:srgbClr val="F2C4CE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 (+3)</a:t>
            </a:r>
            <a:endParaRPr lang="en-US" sz="2000" dirty="0"/>
          </a:p>
        </p:txBody>
      </p:sp>
      <p:sp>
        <p:nvSpPr>
          <p:cNvPr id="14" name="a2_163">
            <a:extLst>
              <a:ext uri="{FF2B5EF4-FFF2-40B4-BE49-F238E27FC236}">
                <a16:creationId xmlns:a16="http://schemas.microsoft.com/office/drawing/2014/main" id="{11090892-55E0-A1D3-0787-148B6FD2CE08}"/>
              </a:ext>
            </a:extLst>
          </p:cNvPr>
          <p:cNvSpPr txBox="1"/>
          <p:nvPr/>
        </p:nvSpPr>
        <p:spPr>
          <a:xfrm>
            <a:off x="7359534" y="5007032"/>
            <a:ext cx="1371600" cy="502920"/>
          </a:xfrm>
          <a:prstGeom prst="rect">
            <a:avLst/>
          </a:prstGeom>
          <a:solidFill>
            <a:srgbClr val="F2C4CE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 (+4)</a:t>
            </a:r>
            <a:endParaRPr lang="en-US" sz="2000" dirty="0"/>
          </a:p>
        </p:txBody>
      </p:sp>
      <p:sp>
        <p:nvSpPr>
          <p:cNvPr id="15" name="a3_164">
            <a:extLst>
              <a:ext uri="{FF2B5EF4-FFF2-40B4-BE49-F238E27FC236}">
                <a16:creationId xmlns:a16="http://schemas.microsoft.com/office/drawing/2014/main" id="{0BF5DDAB-EE7B-7306-DE52-45E29989C4C7}"/>
              </a:ext>
            </a:extLst>
          </p:cNvPr>
          <p:cNvSpPr txBox="1"/>
          <p:nvPr/>
        </p:nvSpPr>
        <p:spPr>
          <a:xfrm>
            <a:off x="1834342" y="6037376"/>
            <a:ext cx="80467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Spare quota is lent to groups that accept surplus, in proportion to their quotas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65464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A640F-1DB2-391B-0258-F4F67285E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GROUP_AUTOREGROUP</a:t>
            </a:r>
          </a:p>
        </p:txBody>
      </p:sp>
      <p:sp>
        <p:nvSpPr>
          <p:cNvPr id="4" name="s_167">
            <a:extLst>
              <a:ext uri="{FF2B5EF4-FFF2-40B4-BE49-F238E27FC236}">
                <a16:creationId xmlns:a16="http://schemas.microsoft.com/office/drawing/2014/main" id="{21CFE2D3-8F9D-D246-F622-021B04EA35B9}"/>
              </a:ext>
            </a:extLst>
          </p:cNvPr>
          <p:cNvSpPr txBox="1"/>
          <p:nvPr/>
        </p:nvSpPr>
        <p:spPr>
          <a:xfrm>
            <a:off x="1670859" y="2802774"/>
            <a:ext cx="80467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GROUP_AUTOREGROUP</a:t>
            </a:r>
            <a:endParaRPr lang="en-US" sz="2000" dirty="0"/>
          </a:p>
        </p:txBody>
      </p:sp>
      <p:sp>
        <p:nvSpPr>
          <p:cNvPr id="5" name="s_168">
            <a:extLst>
              <a:ext uri="{FF2B5EF4-FFF2-40B4-BE49-F238E27FC236}">
                <a16:creationId xmlns:a16="http://schemas.microsoft.com/office/drawing/2014/main" id="{46B4C707-0314-C2C3-E1F9-A9990EC09EF6}"/>
              </a:ext>
            </a:extLst>
          </p:cNvPr>
          <p:cNvSpPr txBox="1"/>
          <p:nvPr/>
        </p:nvSpPr>
        <p:spPr>
          <a:xfrm>
            <a:off x="2082339" y="3196474"/>
            <a:ext cx="76352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"Last chance, wild-west round, every submitter for themselves"</a:t>
            </a:r>
            <a:endParaRPr lang="en-US" sz="1800" dirty="0"/>
          </a:p>
        </p:txBody>
      </p:sp>
      <p:sp>
        <p:nvSpPr>
          <p:cNvPr id="6" name="a1_169">
            <a:extLst>
              <a:ext uri="{FF2B5EF4-FFF2-40B4-BE49-F238E27FC236}">
                <a16:creationId xmlns:a16="http://schemas.microsoft.com/office/drawing/2014/main" id="{06564D7C-DA00-74E2-88C7-14DFC08C0D09}"/>
              </a:ext>
            </a:extLst>
          </p:cNvPr>
          <p:cNvSpPr txBox="1"/>
          <p:nvPr/>
        </p:nvSpPr>
        <p:spPr>
          <a:xfrm>
            <a:off x="1670859" y="3590174"/>
            <a:ext cx="80467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go in starvation order</a:t>
            </a:r>
            <a:endParaRPr lang="en-US" sz="2000" dirty="0"/>
          </a:p>
        </p:txBody>
      </p:sp>
      <p:sp>
        <p:nvSpPr>
          <p:cNvPr id="7" name="a1_170">
            <a:extLst>
              <a:ext uri="{FF2B5EF4-FFF2-40B4-BE49-F238E27FC236}">
                <a16:creationId xmlns:a16="http://schemas.microsoft.com/office/drawing/2014/main" id="{CC79EF9F-26E0-0830-DA7C-E777F6452EE0}"/>
              </a:ext>
            </a:extLst>
          </p:cNvPr>
          <p:cNvSpPr txBox="1"/>
          <p:nvPr/>
        </p:nvSpPr>
        <p:spPr>
          <a:xfrm>
            <a:off x="2082339" y="3983874"/>
            <a:ext cx="76352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GROUP_SORT_EXPR overrides</a:t>
            </a:r>
            <a:endParaRPr lang="en-US" sz="1800" dirty="0"/>
          </a:p>
        </p:txBody>
      </p:sp>
      <p:sp>
        <p:nvSpPr>
          <p:cNvPr id="8" name="a2_171">
            <a:extLst>
              <a:ext uri="{FF2B5EF4-FFF2-40B4-BE49-F238E27FC236}">
                <a16:creationId xmlns:a16="http://schemas.microsoft.com/office/drawing/2014/main" id="{F3C439F6-CFB5-E640-12F0-4464B45A6FD3}"/>
              </a:ext>
            </a:extLst>
          </p:cNvPr>
          <p:cNvSpPr txBox="1"/>
          <p:nvPr/>
        </p:nvSpPr>
        <p:spPr>
          <a:xfrm>
            <a:off x="1670859" y="4768734"/>
            <a:ext cx="5669280" cy="960120"/>
          </a:xfrm>
          <a:prstGeom prst="rect">
            <a:avLst/>
          </a:prstGeom>
          <a:solidFill>
            <a:srgbClr val="1A1A1A"/>
          </a:solidFill>
          <a:ln w="9525">
            <a:solidFill>
              <a:srgbClr val="7F7F7F"/>
            </a:solidFill>
          </a:ln>
        </p:spPr>
        <p:txBody>
          <a:bodyPr wrap="square" lIns="76200" tIns="101600" rIns="101600" bIns="762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Strict priority, fair share within each level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GROUP_QUOTA_HIPRIO = 100000000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NEGOTIATOR_ALLOW_QUOTA_OVERSUBSCRIPTION = True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006422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A0A-43CC-7F5E-6787-5098AFB85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limits</a:t>
            </a:r>
          </a:p>
        </p:txBody>
      </p:sp>
      <p:sp>
        <p:nvSpPr>
          <p:cNvPr id="4" name="s_174">
            <a:extLst>
              <a:ext uri="{FF2B5EF4-FFF2-40B4-BE49-F238E27FC236}">
                <a16:creationId xmlns:a16="http://schemas.microsoft.com/office/drawing/2014/main" id="{F30C8B2B-62C9-9BA3-1839-5AEC809F73CC}"/>
              </a:ext>
            </a:extLst>
          </p:cNvPr>
          <p:cNvSpPr txBox="1"/>
          <p:nvPr/>
        </p:nvSpPr>
        <p:spPr>
          <a:xfrm>
            <a:off x="1601585" y="2193174"/>
            <a:ext cx="8046720" cy="731520"/>
          </a:xfrm>
          <a:prstGeom prst="rect">
            <a:avLst/>
          </a:prstGeom>
          <a:solidFill>
            <a:srgbClr val="1A1A1A"/>
          </a:solidFill>
          <a:ln w="9525">
            <a:solidFill>
              <a:srgbClr val="7F7F7F"/>
            </a:solidFill>
          </a:ln>
        </p:spPr>
        <p:txBody>
          <a:bodyPr wrap="square" lIns="76200" tIns="101600" rIns="101600" bIns="7620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                        # submit file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MATLAB_LIMIT = 100              concurrency_limits = matlab:3</a:t>
            </a:r>
            <a:endParaRPr lang="en-US" sz="1500" dirty="0"/>
          </a:p>
        </p:txBody>
      </p:sp>
      <p:sp>
        <p:nvSpPr>
          <p:cNvPr id="5" name="a1_175">
            <a:extLst>
              <a:ext uri="{FF2B5EF4-FFF2-40B4-BE49-F238E27FC236}">
                <a16:creationId xmlns:a16="http://schemas.microsoft.com/office/drawing/2014/main" id="{F1E6CDA1-DC65-2055-CC32-31F1DDD217A7}"/>
              </a:ext>
            </a:extLst>
          </p:cNvPr>
          <p:cNvSpPr txBox="1"/>
          <p:nvPr/>
        </p:nvSpPr>
        <p:spPr>
          <a:xfrm>
            <a:off x="1601585" y="3153294"/>
            <a:ext cx="80467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running jobs that use a named shared thing</a:t>
            </a:r>
            <a:endParaRPr lang="en-US" sz="2000" dirty="0"/>
          </a:p>
        </p:txBody>
      </p:sp>
      <p:sp>
        <p:nvSpPr>
          <p:cNvPr id="6" name="a1_176">
            <a:extLst>
              <a:ext uri="{FF2B5EF4-FFF2-40B4-BE49-F238E27FC236}">
                <a16:creationId xmlns:a16="http://schemas.microsoft.com/office/drawing/2014/main" id="{840D33B9-4CE0-F9BA-23C2-2DBD77442F5A}"/>
              </a:ext>
            </a:extLst>
          </p:cNvPr>
          <p:cNvSpPr txBox="1"/>
          <p:nvPr/>
        </p:nvSpPr>
        <p:spPr>
          <a:xfrm>
            <a:off x="2013065" y="3546994"/>
            <a:ext cx="76352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licenses, a database, a file server</a:t>
            </a:r>
            <a:endParaRPr lang="en-US" sz="1800" dirty="0"/>
          </a:p>
        </p:txBody>
      </p:sp>
      <p:sp>
        <p:nvSpPr>
          <p:cNvPr id="7" name="a2_177">
            <a:extLst>
              <a:ext uri="{FF2B5EF4-FFF2-40B4-BE49-F238E27FC236}">
                <a16:creationId xmlns:a16="http://schemas.microsoft.com/office/drawing/2014/main" id="{63C4AB45-A618-8073-CE35-BCFF7DAB45E0}"/>
              </a:ext>
            </a:extLst>
          </p:cNvPr>
          <p:cNvSpPr txBox="1"/>
          <p:nvPr/>
        </p:nvSpPr>
        <p:spPr>
          <a:xfrm>
            <a:off x="1601585" y="3940694"/>
            <a:ext cx="80467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in the negotiator:</a:t>
            </a:r>
            <a:endParaRPr lang="en-US" sz="2000" dirty="0"/>
          </a:p>
        </p:txBody>
      </p:sp>
      <p:sp>
        <p:nvSpPr>
          <p:cNvPr id="8" name="a2_178">
            <a:extLst>
              <a:ext uri="{FF2B5EF4-FFF2-40B4-BE49-F238E27FC236}">
                <a16:creationId xmlns:a16="http://schemas.microsoft.com/office/drawing/2014/main" id="{BBBF5D05-377D-C1BE-A64D-CD2E09F1A281}"/>
              </a:ext>
            </a:extLst>
          </p:cNvPr>
          <p:cNvSpPr txBox="1"/>
          <p:nvPr/>
        </p:nvSpPr>
        <p:spPr>
          <a:xfrm>
            <a:off x="2013065" y="4334394"/>
            <a:ext cx="76352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cycle, add up ConcurrencyLimits of claimed slots</a:t>
            </a:r>
            <a:endParaRPr lang="en-US" sz="1800" dirty="0"/>
          </a:p>
        </p:txBody>
      </p:sp>
      <p:sp>
        <p:nvSpPr>
          <p:cNvPr id="9" name="a2_179">
            <a:extLst>
              <a:ext uri="{FF2B5EF4-FFF2-40B4-BE49-F238E27FC236}">
                <a16:creationId xmlns:a16="http://schemas.microsoft.com/office/drawing/2014/main" id="{13DB5287-DBDC-DEC8-72A0-A0CBF781EAEA}"/>
              </a:ext>
            </a:extLst>
          </p:cNvPr>
          <p:cNvSpPr txBox="1"/>
          <p:nvPr/>
        </p:nvSpPr>
        <p:spPr>
          <a:xfrm>
            <a:off x="2013065" y="4728094"/>
            <a:ext cx="763524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 matches that would go over</a:t>
            </a:r>
            <a:endParaRPr lang="en-US" sz="1800" dirty="0"/>
          </a:p>
        </p:txBody>
      </p:sp>
      <p:sp>
        <p:nvSpPr>
          <p:cNvPr id="10" name="a3_180">
            <a:extLst>
              <a:ext uri="{FF2B5EF4-FFF2-40B4-BE49-F238E27FC236}">
                <a16:creationId xmlns:a16="http://schemas.microsoft.com/office/drawing/2014/main" id="{99683F9E-9556-4D6A-0F44-0B29A9B92E32}"/>
              </a:ext>
            </a:extLst>
          </p:cNvPr>
          <p:cNvSpPr txBox="1"/>
          <p:nvPr/>
        </p:nvSpPr>
        <p:spPr>
          <a:xfrm>
            <a:off x="1601585" y="5121794"/>
            <a:ext cx="80467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24.7: limited jobs can reuse claims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27784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DC9E5-B749-CEB7-E61F-DCB0828D9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units can starve</a:t>
            </a:r>
          </a:p>
        </p:txBody>
      </p:sp>
      <p:sp>
        <p:nvSpPr>
          <p:cNvPr id="4" name="s_182">
            <a:extLst>
              <a:ext uri="{FF2B5EF4-FFF2-40B4-BE49-F238E27FC236}">
                <a16:creationId xmlns:a16="http://schemas.microsoft.com/office/drawing/2014/main" id="{F4E091B8-F3D4-3C16-D8DC-E42623736AF7}"/>
              </a:ext>
            </a:extLst>
          </p:cNvPr>
          <p:cNvSpPr txBox="1"/>
          <p:nvPr/>
        </p:nvSpPr>
        <p:spPr>
          <a:xfrm>
            <a:off x="1573877" y="2453640"/>
            <a:ext cx="80467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a1_183">
            <a:extLst>
              <a:ext uri="{FF2B5EF4-FFF2-40B4-BE49-F238E27FC236}">
                <a16:creationId xmlns:a16="http://schemas.microsoft.com/office/drawing/2014/main" id="{F7497CA7-2D39-8537-70F3-7B954E7EDE27}"/>
              </a:ext>
            </a:extLst>
          </p:cNvPr>
          <p:cNvSpPr txBox="1"/>
          <p:nvPr/>
        </p:nvSpPr>
        <p:spPr>
          <a:xfrm>
            <a:off x="1583021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" name="a1_184">
            <a:extLst>
              <a:ext uri="{FF2B5EF4-FFF2-40B4-BE49-F238E27FC236}">
                <a16:creationId xmlns:a16="http://schemas.microsoft.com/office/drawing/2014/main" id="{E6F07653-F659-C32E-8FA0-2E2B197E294F}"/>
              </a:ext>
            </a:extLst>
          </p:cNvPr>
          <p:cNvSpPr txBox="1"/>
          <p:nvPr/>
        </p:nvSpPr>
        <p:spPr>
          <a:xfrm>
            <a:off x="1784189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a1_185">
            <a:extLst>
              <a:ext uri="{FF2B5EF4-FFF2-40B4-BE49-F238E27FC236}">
                <a16:creationId xmlns:a16="http://schemas.microsoft.com/office/drawing/2014/main" id="{E85B1B4B-F7C6-6397-DF95-15A692A98BC5}"/>
              </a:ext>
            </a:extLst>
          </p:cNvPr>
          <p:cNvSpPr txBox="1"/>
          <p:nvPr/>
        </p:nvSpPr>
        <p:spPr>
          <a:xfrm>
            <a:off x="1985357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a1_186">
            <a:extLst>
              <a:ext uri="{FF2B5EF4-FFF2-40B4-BE49-F238E27FC236}">
                <a16:creationId xmlns:a16="http://schemas.microsoft.com/office/drawing/2014/main" id="{EB778626-E131-2909-B75F-5F1F7BFE340A}"/>
              </a:ext>
            </a:extLst>
          </p:cNvPr>
          <p:cNvSpPr txBox="1"/>
          <p:nvPr/>
        </p:nvSpPr>
        <p:spPr>
          <a:xfrm>
            <a:off x="2186525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a1_187">
            <a:extLst>
              <a:ext uri="{FF2B5EF4-FFF2-40B4-BE49-F238E27FC236}">
                <a16:creationId xmlns:a16="http://schemas.microsoft.com/office/drawing/2014/main" id="{AA771F12-5028-F418-E762-472E160545B5}"/>
              </a:ext>
            </a:extLst>
          </p:cNvPr>
          <p:cNvSpPr txBox="1"/>
          <p:nvPr/>
        </p:nvSpPr>
        <p:spPr>
          <a:xfrm>
            <a:off x="2588861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a1_188">
            <a:extLst>
              <a:ext uri="{FF2B5EF4-FFF2-40B4-BE49-F238E27FC236}">
                <a16:creationId xmlns:a16="http://schemas.microsoft.com/office/drawing/2014/main" id="{590A8E65-F9ED-904A-00A6-51ED4C65960F}"/>
              </a:ext>
            </a:extLst>
          </p:cNvPr>
          <p:cNvSpPr txBox="1"/>
          <p:nvPr/>
        </p:nvSpPr>
        <p:spPr>
          <a:xfrm>
            <a:off x="2790029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a1_189">
            <a:extLst>
              <a:ext uri="{FF2B5EF4-FFF2-40B4-BE49-F238E27FC236}">
                <a16:creationId xmlns:a16="http://schemas.microsoft.com/office/drawing/2014/main" id="{646F720D-E5EC-164C-B16C-273E16230855}"/>
              </a:ext>
            </a:extLst>
          </p:cNvPr>
          <p:cNvSpPr txBox="1"/>
          <p:nvPr/>
        </p:nvSpPr>
        <p:spPr>
          <a:xfrm>
            <a:off x="2991197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2" name="a1_190">
            <a:extLst>
              <a:ext uri="{FF2B5EF4-FFF2-40B4-BE49-F238E27FC236}">
                <a16:creationId xmlns:a16="http://schemas.microsoft.com/office/drawing/2014/main" id="{8D935502-7630-17C1-4C76-9DEA734A4072}"/>
              </a:ext>
            </a:extLst>
          </p:cNvPr>
          <p:cNvSpPr txBox="1"/>
          <p:nvPr/>
        </p:nvSpPr>
        <p:spPr>
          <a:xfrm>
            <a:off x="3192365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a1_191">
            <a:extLst>
              <a:ext uri="{FF2B5EF4-FFF2-40B4-BE49-F238E27FC236}">
                <a16:creationId xmlns:a16="http://schemas.microsoft.com/office/drawing/2014/main" id="{36D95B46-3EBB-41F2-ACAD-0A63E3AA21A4}"/>
              </a:ext>
            </a:extLst>
          </p:cNvPr>
          <p:cNvSpPr txBox="1"/>
          <p:nvPr/>
        </p:nvSpPr>
        <p:spPr>
          <a:xfrm>
            <a:off x="3393533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a1_192">
            <a:extLst>
              <a:ext uri="{FF2B5EF4-FFF2-40B4-BE49-F238E27FC236}">
                <a16:creationId xmlns:a16="http://schemas.microsoft.com/office/drawing/2014/main" id="{D5D2E926-AA44-C055-F3D5-381C7A711B33}"/>
              </a:ext>
            </a:extLst>
          </p:cNvPr>
          <p:cNvSpPr txBox="1"/>
          <p:nvPr/>
        </p:nvSpPr>
        <p:spPr>
          <a:xfrm>
            <a:off x="3594701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a1_193">
            <a:extLst>
              <a:ext uri="{FF2B5EF4-FFF2-40B4-BE49-F238E27FC236}">
                <a16:creationId xmlns:a16="http://schemas.microsoft.com/office/drawing/2014/main" id="{CA8ABB25-BDBE-CCFE-41BA-33002988DBAC}"/>
              </a:ext>
            </a:extLst>
          </p:cNvPr>
          <p:cNvSpPr txBox="1"/>
          <p:nvPr/>
        </p:nvSpPr>
        <p:spPr>
          <a:xfrm>
            <a:off x="3795869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6" name="a1_194">
            <a:extLst>
              <a:ext uri="{FF2B5EF4-FFF2-40B4-BE49-F238E27FC236}">
                <a16:creationId xmlns:a16="http://schemas.microsoft.com/office/drawing/2014/main" id="{DA796177-5059-EC44-8FFA-1931AA4CC70B}"/>
              </a:ext>
            </a:extLst>
          </p:cNvPr>
          <p:cNvSpPr txBox="1"/>
          <p:nvPr/>
        </p:nvSpPr>
        <p:spPr>
          <a:xfrm>
            <a:off x="3997037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a1_195">
            <a:extLst>
              <a:ext uri="{FF2B5EF4-FFF2-40B4-BE49-F238E27FC236}">
                <a16:creationId xmlns:a16="http://schemas.microsoft.com/office/drawing/2014/main" id="{4C3797D5-88FC-71AE-8C99-0D8CE3389520}"/>
              </a:ext>
            </a:extLst>
          </p:cNvPr>
          <p:cNvSpPr txBox="1"/>
          <p:nvPr/>
        </p:nvSpPr>
        <p:spPr>
          <a:xfrm>
            <a:off x="4399373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8" name="a1_196">
            <a:extLst>
              <a:ext uri="{FF2B5EF4-FFF2-40B4-BE49-F238E27FC236}">
                <a16:creationId xmlns:a16="http://schemas.microsoft.com/office/drawing/2014/main" id="{F5EBDEAC-FE00-AE64-C9F5-F6F3E85CF7C7}"/>
              </a:ext>
            </a:extLst>
          </p:cNvPr>
          <p:cNvSpPr txBox="1"/>
          <p:nvPr/>
        </p:nvSpPr>
        <p:spPr>
          <a:xfrm>
            <a:off x="4600541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a1_197">
            <a:extLst>
              <a:ext uri="{FF2B5EF4-FFF2-40B4-BE49-F238E27FC236}">
                <a16:creationId xmlns:a16="http://schemas.microsoft.com/office/drawing/2014/main" id="{CCC9E79E-8C9C-02ED-92C6-2C51217B99E9}"/>
              </a:ext>
            </a:extLst>
          </p:cNvPr>
          <p:cNvSpPr txBox="1"/>
          <p:nvPr/>
        </p:nvSpPr>
        <p:spPr>
          <a:xfrm>
            <a:off x="4801709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a1_198">
            <a:extLst>
              <a:ext uri="{FF2B5EF4-FFF2-40B4-BE49-F238E27FC236}">
                <a16:creationId xmlns:a16="http://schemas.microsoft.com/office/drawing/2014/main" id="{4F641182-0AA2-02C1-C382-0C2C8959DE59}"/>
              </a:ext>
            </a:extLst>
          </p:cNvPr>
          <p:cNvSpPr txBox="1"/>
          <p:nvPr/>
        </p:nvSpPr>
        <p:spPr>
          <a:xfrm>
            <a:off x="5002877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1" name="a1_199">
            <a:extLst>
              <a:ext uri="{FF2B5EF4-FFF2-40B4-BE49-F238E27FC236}">
                <a16:creationId xmlns:a16="http://schemas.microsoft.com/office/drawing/2014/main" id="{5515B31C-7B95-419E-B463-5F4FC32E5512}"/>
              </a:ext>
            </a:extLst>
          </p:cNvPr>
          <p:cNvSpPr txBox="1"/>
          <p:nvPr/>
        </p:nvSpPr>
        <p:spPr>
          <a:xfrm>
            <a:off x="5204045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a1_200">
            <a:extLst>
              <a:ext uri="{FF2B5EF4-FFF2-40B4-BE49-F238E27FC236}">
                <a16:creationId xmlns:a16="http://schemas.microsoft.com/office/drawing/2014/main" id="{7CBB6C36-4645-790A-79CC-6EFD7BBC8C94}"/>
              </a:ext>
            </a:extLst>
          </p:cNvPr>
          <p:cNvSpPr txBox="1"/>
          <p:nvPr/>
        </p:nvSpPr>
        <p:spPr>
          <a:xfrm>
            <a:off x="5405213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a1_201">
            <a:extLst>
              <a:ext uri="{FF2B5EF4-FFF2-40B4-BE49-F238E27FC236}">
                <a16:creationId xmlns:a16="http://schemas.microsoft.com/office/drawing/2014/main" id="{BB63883F-9DAA-9FC1-255F-D0D369142485}"/>
              </a:ext>
            </a:extLst>
          </p:cNvPr>
          <p:cNvSpPr txBox="1"/>
          <p:nvPr/>
        </p:nvSpPr>
        <p:spPr>
          <a:xfrm>
            <a:off x="5606381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4" name="a1_202">
            <a:extLst>
              <a:ext uri="{FF2B5EF4-FFF2-40B4-BE49-F238E27FC236}">
                <a16:creationId xmlns:a16="http://schemas.microsoft.com/office/drawing/2014/main" id="{D991C2EE-E429-1F27-D760-F1892FC3A5B8}"/>
              </a:ext>
            </a:extLst>
          </p:cNvPr>
          <p:cNvSpPr txBox="1"/>
          <p:nvPr/>
        </p:nvSpPr>
        <p:spPr>
          <a:xfrm>
            <a:off x="5807549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5" name="a1_203">
            <a:extLst>
              <a:ext uri="{FF2B5EF4-FFF2-40B4-BE49-F238E27FC236}">
                <a16:creationId xmlns:a16="http://schemas.microsoft.com/office/drawing/2014/main" id="{B78E350B-6865-7942-851E-1FD34D20EEA3}"/>
              </a:ext>
            </a:extLst>
          </p:cNvPr>
          <p:cNvSpPr txBox="1"/>
          <p:nvPr/>
        </p:nvSpPr>
        <p:spPr>
          <a:xfrm>
            <a:off x="6209885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6" name="a1_204">
            <a:extLst>
              <a:ext uri="{FF2B5EF4-FFF2-40B4-BE49-F238E27FC236}">
                <a16:creationId xmlns:a16="http://schemas.microsoft.com/office/drawing/2014/main" id="{CD7BF4C3-4D9B-9E8E-92EB-1E2004BACC62}"/>
              </a:ext>
            </a:extLst>
          </p:cNvPr>
          <p:cNvSpPr txBox="1"/>
          <p:nvPr/>
        </p:nvSpPr>
        <p:spPr>
          <a:xfrm>
            <a:off x="6411053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7" name="a1_205">
            <a:extLst>
              <a:ext uri="{FF2B5EF4-FFF2-40B4-BE49-F238E27FC236}">
                <a16:creationId xmlns:a16="http://schemas.microsoft.com/office/drawing/2014/main" id="{E5CF5DCC-4461-84F7-AE20-DBF85C39D5E3}"/>
              </a:ext>
            </a:extLst>
          </p:cNvPr>
          <p:cNvSpPr txBox="1"/>
          <p:nvPr/>
        </p:nvSpPr>
        <p:spPr>
          <a:xfrm>
            <a:off x="6612221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8" name="a1_206">
            <a:extLst>
              <a:ext uri="{FF2B5EF4-FFF2-40B4-BE49-F238E27FC236}">
                <a16:creationId xmlns:a16="http://schemas.microsoft.com/office/drawing/2014/main" id="{6175CFE3-130A-E112-F4DE-A9B5470FFF24}"/>
              </a:ext>
            </a:extLst>
          </p:cNvPr>
          <p:cNvSpPr txBox="1"/>
          <p:nvPr/>
        </p:nvSpPr>
        <p:spPr>
          <a:xfrm>
            <a:off x="6813389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9" name="a1_207">
            <a:extLst>
              <a:ext uri="{FF2B5EF4-FFF2-40B4-BE49-F238E27FC236}">
                <a16:creationId xmlns:a16="http://schemas.microsoft.com/office/drawing/2014/main" id="{730C9091-60EE-3684-C284-7F59FF5A5350}"/>
              </a:ext>
            </a:extLst>
          </p:cNvPr>
          <p:cNvSpPr txBox="1"/>
          <p:nvPr/>
        </p:nvSpPr>
        <p:spPr>
          <a:xfrm>
            <a:off x="7014557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0" name="a1_208">
            <a:extLst>
              <a:ext uri="{FF2B5EF4-FFF2-40B4-BE49-F238E27FC236}">
                <a16:creationId xmlns:a16="http://schemas.microsoft.com/office/drawing/2014/main" id="{FDBB9746-9400-C3C6-1103-82720E4C086F}"/>
              </a:ext>
            </a:extLst>
          </p:cNvPr>
          <p:cNvSpPr txBox="1"/>
          <p:nvPr/>
        </p:nvSpPr>
        <p:spPr>
          <a:xfrm>
            <a:off x="7215725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1" name="a1_209">
            <a:extLst>
              <a:ext uri="{FF2B5EF4-FFF2-40B4-BE49-F238E27FC236}">
                <a16:creationId xmlns:a16="http://schemas.microsoft.com/office/drawing/2014/main" id="{2C0EFAFC-53AB-BE9C-E5BE-0C8B16E69F11}"/>
              </a:ext>
            </a:extLst>
          </p:cNvPr>
          <p:cNvSpPr txBox="1"/>
          <p:nvPr/>
        </p:nvSpPr>
        <p:spPr>
          <a:xfrm>
            <a:off x="7416893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2" name="a1_210">
            <a:extLst>
              <a:ext uri="{FF2B5EF4-FFF2-40B4-BE49-F238E27FC236}">
                <a16:creationId xmlns:a16="http://schemas.microsoft.com/office/drawing/2014/main" id="{BBCABF6D-0010-7C57-C21B-7D7BD99A3C39}"/>
              </a:ext>
            </a:extLst>
          </p:cNvPr>
          <p:cNvSpPr txBox="1"/>
          <p:nvPr/>
        </p:nvSpPr>
        <p:spPr>
          <a:xfrm>
            <a:off x="7618061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3" name="a1_211">
            <a:extLst>
              <a:ext uri="{FF2B5EF4-FFF2-40B4-BE49-F238E27FC236}">
                <a16:creationId xmlns:a16="http://schemas.microsoft.com/office/drawing/2014/main" id="{8B2CDF06-0492-8FAB-D8A7-83CF256EE502}"/>
              </a:ext>
            </a:extLst>
          </p:cNvPr>
          <p:cNvSpPr txBox="1"/>
          <p:nvPr/>
        </p:nvSpPr>
        <p:spPr>
          <a:xfrm>
            <a:off x="8020397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4" name="a1_212">
            <a:extLst>
              <a:ext uri="{FF2B5EF4-FFF2-40B4-BE49-F238E27FC236}">
                <a16:creationId xmlns:a16="http://schemas.microsoft.com/office/drawing/2014/main" id="{D7003CE4-C547-1E25-884D-0B8A5A39DCE2}"/>
              </a:ext>
            </a:extLst>
          </p:cNvPr>
          <p:cNvSpPr txBox="1"/>
          <p:nvPr/>
        </p:nvSpPr>
        <p:spPr>
          <a:xfrm>
            <a:off x="8221565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5" name="a1_213">
            <a:extLst>
              <a:ext uri="{FF2B5EF4-FFF2-40B4-BE49-F238E27FC236}">
                <a16:creationId xmlns:a16="http://schemas.microsoft.com/office/drawing/2014/main" id="{D1C011E0-03A3-7CE2-E15D-7B3D85C08A1B}"/>
              </a:ext>
            </a:extLst>
          </p:cNvPr>
          <p:cNvSpPr txBox="1"/>
          <p:nvPr/>
        </p:nvSpPr>
        <p:spPr>
          <a:xfrm>
            <a:off x="8422733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6" name="a1_214">
            <a:extLst>
              <a:ext uri="{FF2B5EF4-FFF2-40B4-BE49-F238E27FC236}">
                <a16:creationId xmlns:a16="http://schemas.microsoft.com/office/drawing/2014/main" id="{1D2C8E33-1F6D-2D65-97E9-BB2263B1A224}"/>
              </a:ext>
            </a:extLst>
          </p:cNvPr>
          <p:cNvSpPr txBox="1"/>
          <p:nvPr/>
        </p:nvSpPr>
        <p:spPr>
          <a:xfrm>
            <a:off x="8623901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7" name="a1_215">
            <a:extLst>
              <a:ext uri="{FF2B5EF4-FFF2-40B4-BE49-F238E27FC236}">
                <a16:creationId xmlns:a16="http://schemas.microsoft.com/office/drawing/2014/main" id="{7C8B7DB5-1CBF-E41C-8036-18890C34944A}"/>
              </a:ext>
            </a:extLst>
          </p:cNvPr>
          <p:cNvSpPr txBox="1"/>
          <p:nvPr/>
        </p:nvSpPr>
        <p:spPr>
          <a:xfrm>
            <a:off x="8825069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8" name="a1_216">
            <a:extLst>
              <a:ext uri="{FF2B5EF4-FFF2-40B4-BE49-F238E27FC236}">
                <a16:creationId xmlns:a16="http://schemas.microsoft.com/office/drawing/2014/main" id="{74879D99-E9B0-73AD-F0FE-7D5F1D3C8536}"/>
              </a:ext>
            </a:extLst>
          </p:cNvPr>
          <p:cNvSpPr txBox="1"/>
          <p:nvPr/>
        </p:nvSpPr>
        <p:spPr>
          <a:xfrm>
            <a:off x="9026237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9" name="a1_217">
            <a:extLst>
              <a:ext uri="{FF2B5EF4-FFF2-40B4-BE49-F238E27FC236}">
                <a16:creationId xmlns:a16="http://schemas.microsoft.com/office/drawing/2014/main" id="{01998618-73A7-4B07-84A9-14A262A5B804}"/>
              </a:ext>
            </a:extLst>
          </p:cNvPr>
          <p:cNvSpPr txBox="1"/>
          <p:nvPr/>
        </p:nvSpPr>
        <p:spPr>
          <a:xfrm>
            <a:off x="9227405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0" name="a1_218">
            <a:extLst>
              <a:ext uri="{FF2B5EF4-FFF2-40B4-BE49-F238E27FC236}">
                <a16:creationId xmlns:a16="http://schemas.microsoft.com/office/drawing/2014/main" id="{A2AF4AFD-4E1B-889C-B22A-FCB0D7292F3A}"/>
              </a:ext>
            </a:extLst>
          </p:cNvPr>
          <p:cNvSpPr txBox="1"/>
          <p:nvPr/>
        </p:nvSpPr>
        <p:spPr>
          <a:xfrm>
            <a:off x="9428573" y="2471928"/>
            <a:ext cx="182880" cy="603504"/>
          </a:xfrm>
          <a:prstGeom prst="rect">
            <a:avLst/>
          </a:prstGeom>
          <a:solidFill>
            <a:srgbClr val="D6EB99"/>
          </a:solidFill>
          <a:ln w="317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1" name="a2_219">
            <a:extLst>
              <a:ext uri="{FF2B5EF4-FFF2-40B4-BE49-F238E27FC236}">
                <a16:creationId xmlns:a16="http://schemas.microsoft.com/office/drawing/2014/main" id="{FA0DC1D1-0849-C059-46FC-1F90CF4A0481}"/>
              </a:ext>
            </a:extLst>
          </p:cNvPr>
          <p:cNvSpPr txBox="1"/>
          <p:nvPr/>
        </p:nvSpPr>
        <p:spPr>
          <a:xfrm>
            <a:off x="1573877" y="3505200"/>
            <a:ext cx="4023360" cy="548640"/>
          </a:xfrm>
          <a:prstGeom prst="rect">
            <a:avLst/>
          </a:prstGeom>
          <a:solidFill>
            <a:srgbClr val="F2C4CE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500-unit job</a:t>
            </a:r>
            <a:endParaRPr lang="en-US" sz="1600" dirty="0"/>
          </a:p>
        </p:txBody>
      </p:sp>
      <p:sp>
        <p:nvSpPr>
          <p:cNvPr id="42" name="a3_220">
            <a:extLst>
              <a:ext uri="{FF2B5EF4-FFF2-40B4-BE49-F238E27FC236}">
                <a16:creationId xmlns:a16="http://schemas.microsoft.com/office/drawing/2014/main" id="{9645ECD0-2CF2-857D-9983-E3A4352D0BF0}"/>
              </a:ext>
            </a:extLst>
          </p:cNvPr>
          <p:cNvSpPr txBox="1"/>
          <p:nvPr/>
        </p:nvSpPr>
        <p:spPr>
          <a:xfrm>
            <a:off x="5962997" y="3413760"/>
            <a:ext cx="3657600" cy="731520"/>
          </a:xfrm>
          <a:prstGeom prst="wedgeRectCallout">
            <a:avLst/>
          </a:prstGeom>
          <a:solidFill>
            <a:srgbClr val="D3D0CD"/>
          </a:solidFill>
          <a:ln w="9525">
            <a:solidFill>
              <a:srgbClr val="7F7F7F"/>
            </a:solidFill>
          </a:ln>
        </p:spPr>
        <p:txBody>
          <a:bodyPr wrap="square" lIns="50800" tIns="76200" rIns="762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Never 500 free at once: small jobs refill every gap</a:t>
            </a:r>
            <a:endParaRPr lang="en-US" sz="1600" dirty="0"/>
          </a:p>
        </p:txBody>
      </p:sp>
      <p:sp>
        <p:nvSpPr>
          <p:cNvPr id="43" name="a4_221">
            <a:extLst>
              <a:ext uri="{FF2B5EF4-FFF2-40B4-BE49-F238E27FC236}">
                <a16:creationId xmlns:a16="http://schemas.microsoft.com/office/drawing/2014/main" id="{1D91BB19-8671-3B89-D5A9-C6D03DF2D412}"/>
              </a:ext>
            </a:extLst>
          </p:cNvPr>
          <p:cNvSpPr txBox="1"/>
          <p:nvPr/>
        </p:nvSpPr>
        <p:spPr>
          <a:xfrm>
            <a:off x="1573877" y="4373880"/>
            <a:ext cx="80467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fair share of a limit: first matched takes the units</a:t>
            </a:r>
            <a:endParaRPr lang="en-US" sz="1800" dirty="0"/>
          </a:p>
        </p:txBody>
      </p:sp>
      <p:sp>
        <p:nvSpPr>
          <p:cNvPr id="44" name="a5_222">
            <a:extLst>
              <a:ext uri="{FF2B5EF4-FFF2-40B4-BE49-F238E27FC236}">
                <a16:creationId xmlns:a16="http://schemas.microsoft.com/office/drawing/2014/main" id="{FCA8B92D-F761-81BD-5DD3-CB8581CA9507}"/>
              </a:ext>
            </a:extLst>
          </p:cNvPr>
          <p:cNvSpPr txBox="1"/>
          <p:nvPr/>
        </p:nvSpPr>
        <p:spPr>
          <a:xfrm>
            <a:off x="1573877" y="4767580"/>
            <a:ext cx="80467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rebuilt from slot ads: stale, can overshoot</a:t>
            </a:r>
            <a:endParaRPr lang="en-US" sz="1800" dirty="0"/>
          </a:p>
        </p:txBody>
      </p:sp>
      <p:sp>
        <p:nvSpPr>
          <p:cNvPr id="45" name="a5_223">
            <a:extLst>
              <a:ext uri="{FF2B5EF4-FFF2-40B4-BE49-F238E27FC236}">
                <a16:creationId xmlns:a16="http://schemas.microsoft.com/office/drawing/2014/main" id="{C599280D-0896-9252-E7C7-B2C36CC96109}"/>
              </a:ext>
            </a:extLst>
          </p:cNvPr>
          <p:cNvSpPr txBox="1"/>
          <p:nvPr/>
        </p:nvSpPr>
        <p:spPr>
          <a:xfrm>
            <a:off x="1573877" y="5161280"/>
            <a:ext cx="80467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enforced by killing jobs</a:t>
            </a:r>
            <a:endParaRPr lang="en-US" sz="1800" dirty="0"/>
          </a:p>
        </p:txBody>
      </p:sp>
      <p:sp>
        <p:nvSpPr>
          <p:cNvPr id="46" name="a5_224">
            <a:extLst>
              <a:ext uri="{FF2B5EF4-FFF2-40B4-BE49-F238E27FC236}">
                <a16:creationId xmlns:a16="http://schemas.microsoft.com/office/drawing/2014/main" id="{1C1CA62D-169F-17A9-5281-6152DD5DAEA8}"/>
              </a:ext>
            </a:extLst>
          </p:cNvPr>
          <p:cNvSpPr txBox="1"/>
          <p:nvPr/>
        </p:nvSpPr>
        <p:spPr>
          <a:xfrm>
            <a:off x="1573877" y="5554980"/>
            <a:ext cx="80467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skips the rest of the autocluster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8986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CE788-66AC-FEED-63BC-50070A4B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many powers of </a:t>
            </a:r>
            <a:r>
              <a:rPr lang="en-US" dirty="0" err="1"/>
              <a:t>condor_userprio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4D93E-1648-50E1-BE4F-ACC5D94F6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Talks to the negotiator</a:t>
            </a:r>
          </a:p>
          <a:p>
            <a:endParaRPr lang="en-US" dirty="0"/>
          </a:p>
          <a:p>
            <a:r>
              <a:rPr lang="en-US" dirty="0"/>
              <a:t>Sets priority factor for a submitter</a:t>
            </a:r>
          </a:p>
          <a:p>
            <a:pPr lvl="1"/>
            <a:r>
              <a:rPr lang="en-US" dirty="0" err="1"/>
              <a:t>condor_userprio</a:t>
            </a:r>
            <a:r>
              <a:rPr lang="en-US" dirty="0"/>
              <a:t> –</a:t>
            </a:r>
            <a:r>
              <a:rPr lang="en-US" dirty="0" err="1"/>
              <a:t>setfactor</a:t>
            </a:r>
            <a:r>
              <a:rPr lang="en-US" dirty="0"/>
              <a:t> 100 </a:t>
            </a:r>
            <a:r>
              <a:rPr lang="en-US" dirty="0" err="1"/>
              <a:t>gthain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Sets ceiling for a submitter</a:t>
            </a:r>
          </a:p>
          <a:p>
            <a:pPr lvl="1"/>
            <a:r>
              <a:rPr lang="en-US" dirty="0" err="1"/>
              <a:t>condor_userpiro</a:t>
            </a:r>
            <a:r>
              <a:rPr lang="en-US" dirty="0"/>
              <a:t> –</a:t>
            </a:r>
            <a:r>
              <a:rPr lang="en-US" dirty="0" err="1"/>
              <a:t>setceil</a:t>
            </a:r>
            <a:r>
              <a:rPr lang="en-US" dirty="0"/>
              <a:t> 5 </a:t>
            </a:r>
            <a:r>
              <a:rPr lang="en-US" dirty="0" err="1"/>
              <a:t>tannenba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Sets floor for a submitter</a:t>
            </a:r>
          </a:p>
          <a:p>
            <a:pPr lvl="1"/>
            <a:r>
              <a:rPr lang="en-US" dirty="0" err="1"/>
              <a:t>Condor_userprio</a:t>
            </a:r>
            <a:r>
              <a:rPr lang="en-US" dirty="0"/>
              <a:t> –</a:t>
            </a:r>
            <a:r>
              <a:rPr lang="en-US" dirty="0" err="1"/>
              <a:t>setfloor</a:t>
            </a:r>
            <a:r>
              <a:rPr lang="en-US" dirty="0"/>
              <a:t> 10 </a:t>
            </a:r>
            <a:r>
              <a:rPr lang="en-US" dirty="0" err="1"/>
              <a:t>someuser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71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C84D-CB1F-31B7-03A5-A538F5EED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Cloudbursting</a:t>
            </a:r>
            <a:r>
              <a:rPr lang="en-US" dirty="0"/>
              <a:t> with the rooster</a:t>
            </a:r>
          </a:p>
        </p:txBody>
      </p:sp>
      <p:sp>
        <p:nvSpPr>
          <p:cNvPr id="5" name="s_552">
            <a:extLst>
              <a:ext uri="{FF2B5EF4-FFF2-40B4-BE49-F238E27FC236}">
                <a16:creationId xmlns:a16="http://schemas.microsoft.com/office/drawing/2014/main" id="{5F1D599E-A0F0-EB27-EC6C-925B34EC5B9F}"/>
              </a:ext>
            </a:extLst>
          </p:cNvPr>
          <p:cNvSpPr txBox="1"/>
          <p:nvPr/>
        </p:nvSpPr>
        <p:spPr>
          <a:xfrm>
            <a:off x="373380" y="1256606"/>
            <a:ext cx="11445240" cy="5393575"/>
          </a:xfrm>
          <a:prstGeom prst="rect">
            <a:avLst/>
          </a:prstGeom>
          <a:solidFill>
            <a:srgbClr val="1A1A1A"/>
          </a:solidFill>
          <a:ln w="9525">
            <a:solidFill>
              <a:srgbClr val="7F7F7F"/>
            </a:solidFill>
          </a:ln>
        </p:spPr>
        <p:txBody>
          <a:bodyPr wrap="square" lIns="76200" tIns="101600" rIns="101600" bIns="7620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$ condor_advertise UPDATE_STARTD_AD ghost-c7g.ad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sz="24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MyType            = "Machine"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sz="24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Name              = "slot1@ghost-c7g-16xlarge"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sz="24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Offline           = True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sz="2400" dirty="0" err="1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OpSys</a:t>
            </a:r>
            <a:r>
              <a:rPr lang="en-US" sz="24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         = "LINUX“</a:t>
            </a:r>
          </a:p>
          <a:p>
            <a:pPr marL="0" indent="0" algn="l">
              <a:buNone/>
            </a:pPr>
            <a:r>
              <a:rPr lang="en-US" sz="24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Arch              = "aarch64“</a:t>
            </a:r>
          </a:p>
          <a:p>
            <a:pPr marL="0" indent="0" algn="l">
              <a:buNone/>
            </a:pPr>
            <a:r>
              <a:rPr lang="en-US" sz="2400" dirty="0" err="1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Cpus</a:t>
            </a:r>
            <a:r>
              <a:rPr lang="en-US" sz="24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          = 64</a:t>
            </a:r>
          </a:p>
          <a:p>
            <a:pPr marL="0" indent="0" algn="l">
              <a:buNone/>
            </a:pPr>
            <a:r>
              <a:rPr lang="en-US" sz="24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Memory            = 131072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sz="24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Start             = TARGET.WantCloudBurst =?= True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sz="24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Requirements      = START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sz="24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CloudInstanceType = "c7g.16xlarge"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sz="24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GhostMultiplier   = 50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sz="24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WantAdRevaluate   = True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4037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3DEFF-E37F-8951-C0A5-81F0E5A34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2_555">
            <a:extLst>
              <a:ext uri="{FF2B5EF4-FFF2-40B4-BE49-F238E27FC236}">
                <a16:creationId xmlns:a16="http://schemas.microsoft.com/office/drawing/2014/main" id="{11A8B612-248B-AEE2-2353-870D6468A163}"/>
              </a:ext>
            </a:extLst>
          </p:cNvPr>
          <p:cNvSpPr txBox="1"/>
          <p:nvPr/>
        </p:nvSpPr>
        <p:spPr>
          <a:xfrm>
            <a:off x="651164" y="2189018"/>
            <a:ext cx="8473440" cy="4303857"/>
          </a:xfrm>
          <a:prstGeom prst="rect">
            <a:avLst/>
          </a:prstGeom>
          <a:solidFill>
            <a:srgbClr val="1A1A1A"/>
          </a:solidFill>
          <a:ln w="9525">
            <a:solidFill>
              <a:srgbClr val="7F7F7F"/>
            </a:solidFill>
          </a:ln>
        </p:spPr>
        <p:txBody>
          <a:bodyPr wrap="square" lIns="76200" tIns="101600" rIns="101600" bIns="7620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 central manager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sz="28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DAEMON_LIST = $(DAEMON_LIST) ROOSTER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sz="28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ROOSTER_UNHIBERNATE = Offline &amp;&amp; </a:t>
            </a:r>
            <a:r>
              <a:rPr lang="en-US" sz="2800" dirty="0" err="1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MachineLastMatchTime</a:t>
            </a:r>
            <a:r>
              <a:rPr lang="en-US" sz="28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&gt; time() - 600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sz="28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ROOSTER_WAKEUP_CMD  = "/</a:t>
            </a:r>
            <a:r>
              <a:rPr lang="en-US" sz="2800" dirty="0" err="1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usr</a:t>
            </a:r>
            <a:r>
              <a:rPr lang="en-US" sz="28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/local/</a:t>
            </a:r>
            <a:r>
              <a:rPr lang="en-US" sz="2800" dirty="0" err="1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libexec</a:t>
            </a:r>
            <a:r>
              <a:rPr lang="en-US" sz="28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/</a:t>
            </a:r>
            <a:r>
              <a:rPr lang="en-US" sz="2800" dirty="0" err="1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burst_to_cloud</a:t>
            </a:r>
            <a:r>
              <a:rPr lang="en-US" sz="28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"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sz="2800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ROOSTER_MAX_UNHIBERNATE = 5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a3_556__adj-70000_0">
            <a:extLst>
              <a:ext uri="{FF2B5EF4-FFF2-40B4-BE49-F238E27FC236}">
                <a16:creationId xmlns:a16="http://schemas.microsoft.com/office/drawing/2014/main" id="{4F8C0E2B-2FE6-D72D-CA1F-70562C1C38DD}"/>
              </a:ext>
            </a:extLst>
          </p:cNvPr>
          <p:cNvSpPr txBox="1"/>
          <p:nvPr/>
        </p:nvSpPr>
        <p:spPr>
          <a:xfrm>
            <a:off x="9353204" y="5349875"/>
            <a:ext cx="2560320" cy="1097280"/>
          </a:xfrm>
          <a:prstGeom prst="wedgeRectCallout">
            <a:avLst>
              <a:gd name="adj1" fmla="val -182554"/>
              <a:gd name="adj2" fmla="val -108586"/>
            </a:avLst>
          </a:prstGeom>
          <a:solidFill>
            <a:srgbClr val="D3D0CD"/>
          </a:solidFill>
          <a:ln w="9525">
            <a:solidFill>
              <a:srgbClr val="7F7F7F"/>
            </a:solidFill>
          </a:ln>
        </p:spPr>
        <p:txBody>
          <a:bodyPr wrap="square" lIns="50800" tIns="76200" rIns="76200" bIns="5080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Script gets the ad on stdin. Make it idempotent: rooster fires every interval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207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B3481-3F8B-2164-3E86-6C80708F9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7CE3BE-A067-ECBA-B59F-EA4BB39FF98B}"/>
              </a:ext>
            </a:extLst>
          </p:cNvPr>
          <p:cNvCxnSpPr>
            <a:cxnSpLocks/>
          </p:cNvCxnSpPr>
          <p:nvPr/>
        </p:nvCxnSpPr>
        <p:spPr>
          <a:xfrm flipH="1" flipV="1">
            <a:off x="6774873" y="1953087"/>
            <a:ext cx="2422393" cy="2237173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Cylinder 3">
            <a:extLst>
              <a:ext uri="{FF2B5EF4-FFF2-40B4-BE49-F238E27FC236}">
                <a16:creationId xmlns:a16="http://schemas.microsoft.com/office/drawing/2014/main" id="{EF9D56BC-EF2D-DFF9-D2CD-98505833037F}"/>
              </a:ext>
            </a:extLst>
          </p:cNvPr>
          <p:cNvSpPr/>
          <p:nvPr/>
        </p:nvSpPr>
        <p:spPr>
          <a:xfrm>
            <a:off x="685801" y="3288323"/>
            <a:ext cx="1600200" cy="3217985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AP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863A345C-5536-CD39-82B9-11B5E29443DA}"/>
              </a:ext>
            </a:extLst>
          </p:cNvPr>
          <p:cNvSpPr/>
          <p:nvPr/>
        </p:nvSpPr>
        <p:spPr>
          <a:xfrm>
            <a:off x="5063259" y="163041"/>
            <a:ext cx="2312377" cy="2312377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4FEF38-F492-8B3B-A4DD-A5737675E3B5}"/>
              </a:ext>
            </a:extLst>
          </p:cNvPr>
          <p:cNvSpPr/>
          <p:nvPr/>
        </p:nvSpPr>
        <p:spPr>
          <a:xfrm>
            <a:off x="9197266" y="4190260"/>
            <a:ext cx="2698812" cy="1944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EP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A55AE32-C2E9-5AB8-C056-07B2E9F82CDE}"/>
              </a:ext>
            </a:extLst>
          </p:cNvPr>
          <p:cNvCxnSpPr>
            <a:cxnSpLocks/>
          </p:cNvCxnSpPr>
          <p:nvPr/>
        </p:nvCxnSpPr>
        <p:spPr>
          <a:xfrm flipH="1">
            <a:off x="2424545" y="1953087"/>
            <a:ext cx="3139131" cy="2237173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7D5CA6-411E-A6CD-861D-6B088366594D}"/>
              </a:ext>
            </a:extLst>
          </p:cNvPr>
          <p:cNvCxnSpPr>
            <a:cxnSpLocks/>
          </p:cNvCxnSpPr>
          <p:nvPr/>
        </p:nvCxnSpPr>
        <p:spPr>
          <a:xfrm>
            <a:off x="2424545" y="5139337"/>
            <a:ext cx="6661884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274746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20DD3-810D-CBF0-DB91-F55E90AF1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ylinder 3">
            <a:extLst>
              <a:ext uri="{FF2B5EF4-FFF2-40B4-BE49-F238E27FC236}">
                <a16:creationId xmlns:a16="http://schemas.microsoft.com/office/drawing/2014/main" id="{2E734264-7BAF-90FC-4524-AF58821BC013}"/>
              </a:ext>
            </a:extLst>
          </p:cNvPr>
          <p:cNvSpPr/>
          <p:nvPr/>
        </p:nvSpPr>
        <p:spPr>
          <a:xfrm>
            <a:off x="367146" y="1855789"/>
            <a:ext cx="2126671" cy="4276713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AP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CE02AD-6CB1-A3CF-8F82-E2CC5C5BA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Finally, policy in the AP!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9DC1A7-8E83-62CD-518F-608706988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7836" y="2141537"/>
            <a:ext cx="9234055" cy="4351338"/>
          </a:xfrm>
        </p:spPr>
        <p:txBody>
          <a:bodyPr/>
          <a:lstStyle/>
          <a:p>
            <a:r>
              <a:rPr lang="en-US" dirty="0"/>
              <a:t>Not much scheduling policy knobs in the AP (!)</a:t>
            </a:r>
          </a:p>
          <a:p>
            <a:r>
              <a:rPr lang="en-US" dirty="0"/>
              <a:t>See yesterdays talk for changes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270D83A9-F6F2-1C62-A145-5B2F7E848C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6156522"/>
              </p:ext>
            </p:extLst>
          </p:nvPr>
        </p:nvGraphicFramePr>
        <p:xfrm>
          <a:off x="1136074" y="4938395"/>
          <a:ext cx="11055926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871">
                  <a:extLst>
                    <a:ext uri="{9D8B030D-6E8A-4147-A177-3AD203B41FA5}">
                      <a16:colId xmlns:a16="http://schemas.microsoft.com/office/drawing/2014/main" val="194303692"/>
                    </a:ext>
                  </a:extLst>
                </a:gridCol>
                <a:gridCol w="5805055">
                  <a:extLst>
                    <a:ext uri="{9D8B030D-6E8A-4147-A177-3AD203B41FA5}">
                      <a16:colId xmlns:a16="http://schemas.microsoft.com/office/drawing/2014/main" val="2586842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Can 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9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Pick which job of a user goes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Pick user to go next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95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Reuse a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145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3602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5ED70-184A-031C-6C9C-437389329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 has lots of admission control knobs</a:t>
            </a:r>
          </a:p>
        </p:txBody>
      </p:sp>
      <p:sp>
        <p:nvSpPr>
          <p:cNvPr id="4" name="s_392">
            <a:extLst>
              <a:ext uri="{FF2B5EF4-FFF2-40B4-BE49-F238E27FC236}">
                <a16:creationId xmlns:a16="http://schemas.microsoft.com/office/drawing/2014/main" id="{62F87D42-CDED-E1CB-3A1D-227CB17C605A}"/>
              </a:ext>
            </a:extLst>
          </p:cNvPr>
          <p:cNvSpPr txBox="1"/>
          <p:nvPr/>
        </p:nvSpPr>
        <p:spPr>
          <a:xfrm>
            <a:off x="1421477" y="1393549"/>
            <a:ext cx="8598130" cy="1902663"/>
          </a:xfrm>
          <a:prstGeom prst="rect">
            <a:avLst/>
          </a:prstGeom>
          <a:solidFill>
            <a:srgbClr val="1A1A1A"/>
          </a:solidFill>
          <a:ln w="9525">
            <a:solidFill>
              <a:srgbClr val="7F7F7F"/>
            </a:solidFill>
          </a:ln>
        </p:spPr>
        <p:txBody>
          <a:bodyPr wrap="square" lIns="76200" tIns="101600" rIns="101600" bIns="7620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SUBMIT_REQUIREMENT_NAMES = NeedMem, MaxCpus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SUBMIT_REQUIREMENT_NeedMem = JOB.RequestMemory =!= undefined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SUBMIT_REQUIREMENT_NeedMem_REASON = "request_memory is required"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SUBMIT_REQUIREMENT_MaxCpus = JOB.RequestCpus &lt;= 64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E6E6E6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SUBMIT_REQUIREMENT_MaxCpus_IS_WARNING = true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a1_393">
            <a:extLst>
              <a:ext uri="{FF2B5EF4-FFF2-40B4-BE49-F238E27FC236}">
                <a16:creationId xmlns:a16="http://schemas.microsoft.com/office/drawing/2014/main" id="{02775835-339B-A266-17E9-2D2D54ED947A}"/>
              </a:ext>
            </a:extLst>
          </p:cNvPr>
          <p:cNvSpPr txBox="1"/>
          <p:nvPr/>
        </p:nvSpPr>
        <p:spPr>
          <a:xfrm>
            <a:off x="1421477" y="3365945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a2_394">
            <a:extLst>
              <a:ext uri="{FF2B5EF4-FFF2-40B4-BE49-F238E27FC236}">
                <a16:creationId xmlns:a16="http://schemas.microsoft.com/office/drawing/2014/main" id="{9C40B88B-F8D6-5CD8-FF50-7F5EB6997072}"/>
              </a:ext>
            </a:extLst>
          </p:cNvPr>
          <p:cNvSpPr txBox="1"/>
          <p:nvPr/>
        </p:nvSpPr>
        <p:spPr>
          <a:xfrm>
            <a:off x="1421477" y="37206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a3_395">
            <a:extLst>
              <a:ext uri="{FF2B5EF4-FFF2-40B4-BE49-F238E27FC236}">
                <a16:creationId xmlns:a16="http://schemas.microsoft.com/office/drawing/2014/main" id="{20F4C5C2-DFD4-AE5A-C867-22B066EF342C}"/>
              </a:ext>
            </a:extLst>
          </p:cNvPr>
          <p:cNvSpPr txBox="1"/>
          <p:nvPr/>
        </p:nvSpPr>
        <p:spPr>
          <a:xfrm>
            <a:off x="1421477" y="410470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a4_396">
            <a:extLst>
              <a:ext uri="{FF2B5EF4-FFF2-40B4-BE49-F238E27FC236}">
                <a16:creationId xmlns:a16="http://schemas.microsoft.com/office/drawing/2014/main" id="{34B50ACA-6EA2-662F-9BFB-55345B5AD6C2}"/>
              </a:ext>
            </a:extLst>
          </p:cNvPr>
          <p:cNvSpPr txBox="1"/>
          <p:nvPr/>
        </p:nvSpPr>
        <p:spPr>
          <a:xfrm>
            <a:off x="1238597" y="3296212"/>
            <a:ext cx="9531926" cy="2494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/>
              <a:t>Cheapest place for policy: never queued, never negotiated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JOB_TRANSFORM_NAMES: rewrite instead of reject</a:t>
            </a:r>
          </a:p>
          <a:p>
            <a:pPr marL="0" indent="0">
              <a:buNone/>
            </a:pPr>
            <a:r>
              <a:rPr lang="en-US" sz="2800" dirty="0"/>
              <a:t>MAX_JOBS_SUBMITTED, MAX_JOBS_PER_OWNER, MAX_JOBS_PER_SUBMISSION</a:t>
            </a:r>
          </a:p>
          <a:p>
            <a:pPr marL="0" indent="0">
              <a:buNone/>
            </a:pPr>
            <a:r>
              <a:rPr lang="en-US" sz="2800" dirty="0" err="1"/>
              <a:t>condor_qusers</a:t>
            </a:r>
            <a:r>
              <a:rPr lang="en-US" sz="2800" dirty="0"/>
              <a:t> -disable </a:t>
            </a:r>
            <a:r>
              <a:rPr lang="en-US" sz="2800" dirty="0" err="1"/>
              <a:t>alice</a:t>
            </a:r>
            <a:r>
              <a:rPr lang="en-US" sz="2800" dirty="0"/>
              <a:t> -reason "runaway submit"</a:t>
            </a:r>
          </a:p>
        </p:txBody>
      </p:sp>
    </p:spTree>
    <p:extLst>
      <p:ext uri="{BB962C8B-B14F-4D97-AF65-F5344CB8AC3E}">
        <p14:creationId xmlns:p14="http://schemas.microsoft.com/office/powerpoint/2010/main" val="10951886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275D0-FA0A-676E-A12B-F62946D0F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Condor_qusers</a:t>
            </a:r>
            <a:r>
              <a:rPr lang="en-US" dirty="0"/>
              <a:t>: operating on </a:t>
            </a:r>
            <a:r>
              <a:rPr lang="en-US"/>
              <a:t>AP users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A4B5A-E1FE-3D55-C523-653601958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Disable user</a:t>
            </a:r>
          </a:p>
          <a:p>
            <a:r>
              <a:rPr lang="en-US" dirty="0"/>
              <a:t>Keep track of disk usage</a:t>
            </a:r>
          </a:p>
          <a:p>
            <a:r>
              <a:rPr lang="en-US" dirty="0"/>
              <a:t>Etc.  </a:t>
            </a:r>
          </a:p>
        </p:txBody>
      </p:sp>
      <p:sp>
        <p:nvSpPr>
          <p:cNvPr id="6" name="s_392">
            <a:extLst>
              <a:ext uri="{FF2B5EF4-FFF2-40B4-BE49-F238E27FC236}">
                <a16:creationId xmlns:a16="http://schemas.microsoft.com/office/drawing/2014/main" id="{FCB22CD1-0379-9770-A12F-58E3AD186A89}"/>
              </a:ext>
            </a:extLst>
          </p:cNvPr>
          <p:cNvSpPr txBox="1"/>
          <p:nvPr/>
        </p:nvSpPr>
        <p:spPr>
          <a:xfrm>
            <a:off x="520931" y="3734953"/>
            <a:ext cx="11419700" cy="2576947"/>
          </a:xfrm>
          <a:prstGeom prst="rect">
            <a:avLst/>
          </a:prstGeom>
          <a:solidFill>
            <a:srgbClr val="1A1A1A"/>
          </a:solidFill>
          <a:ln w="9525">
            <a:solidFill>
              <a:srgbClr val="7F7F7F"/>
            </a:solidFill>
          </a:ln>
        </p:spPr>
        <p:txBody>
          <a:bodyPr wrap="square" lIns="76200" tIns="101600" rIns="101600" bIns="7620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condor_qusers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-name north.cs.wisc.edu -pool condor.cs.wisc.edu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 users from AP north.cs.wisc.edu in the condor.cs.wisc.edu pool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condor_qusers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-disable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todd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-reason "talk to admin"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Disable user bob in the local AP with the reason "talk to admin"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condor_qusers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-user bob -edit 'Department="Math"'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a Department attribute that has the value "Math" to user bob</a:t>
            </a:r>
          </a:p>
        </p:txBody>
      </p:sp>
    </p:spTree>
    <p:extLst>
      <p:ext uri="{BB962C8B-B14F-4D97-AF65-F5344CB8AC3E}">
        <p14:creationId xmlns:p14="http://schemas.microsoft.com/office/powerpoint/2010/main" val="7079832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12D5-E910-2A61-2D89-7131D2117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Schedd job throttles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E9E8F-96CE-5DD5-14BD-F686C6110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JOB_START_COUNT / JOB_START_DELAY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JOB_IS_FINISHED_COUNT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MAX_JOBS_RUNNING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MAX_JOBS_PER_OWNER, MAX_JOBS_PER_SUBMISSION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CURB_MATCHMAKING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matching when the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schedd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too busy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676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CF733-5784-2DB0-3A34-09C45EDCA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xfer throttling</a:t>
            </a:r>
          </a:p>
        </p:txBody>
      </p:sp>
      <p:sp>
        <p:nvSpPr>
          <p:cNvPr id="4" name="s_407">
            <a:extLst>
              <a:ext uri="{FF2B5EF4-FFF2-40B4-BE49-F238E27FC236}">
                <a16:creationId xmlns:a16="http://schemas.microsoft.com/office/drawing/2014/main" id="{8397ECBE-A57E-39EF-EC94-79AC040201CD}"/>
              </a:ext>
            </a:extLst>
          </p:cNvPr>
          <p:cNvSpPr txBox="1"/>
          <p:nvPr/>
        </p:nvSpPr>
        <p:spPr>
          <a:xfrm>
            <a:off x="1837113" y="3023062"/>
            <a:ext cx="2926080" cy="731520"/>
          </a:xfrm>
          <a:prstGeom prst="rect">
            <a:avLst/>
          </a:prstGeom>
          <a:solidFill>
            <a:srgbClr val="D6EB99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10,000 matched slots</a:t>
            </a:r>
            <a:endParaRPr lang="en-US" sz="1600" dirty="0"/>
          </a:p>
        </p:txBody>
      </p:sp>
      <p:sp>
        <p:nvSpPr>
          <p:cNvPr id="5" name="a1_408">
            <a:extLst>
              <a:ext uri="{FF2B5EF4-FFF2-40B4-BE49-F238E27FC236}">
                <a16:creationId xmlns:a16="http://schemas.microsoft.com/office/drawing/2014/main" id="{FBCCF4A0-EDDF-9CB9-A154-855F54F5367C}"/>
              </a:ext>
            </a:extLst>
          </p:cNvPr>
          <p:cNvSpPr/>
          <p:nvPr/>
        </p:nvSpPr>
        <p:spPr>
          <a:xfrm rot="5400000">
            <a:off x="4946073" y="2885902"/>
            <a:ext cx="1463040" cy="1005840"/>
          </a:xfrm>
          <a:prstGeom prst="trapezoid">
            <a:avLst/>
          </a:prstGeom>
          <a:solidFill>
            <a:srgbClr val="D3D0CD"/>
          </a:solidFill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a1_409">
            <a:extLst>
              <a:ext uri="{FF2B5EF4-FFF2-40B4-BE49-F238E27FC236}">
                <a16:creationId xmlns:a16="http://schemas.microsoft.com/office/drawing/2014/main" id="{197D397B-3529-524F-B7FB-73225F7F05D2}"/>
              </a:ext>
            </a:extLst>
          </p:cNvPr>
          <p:cNvSpPr txBox="1"/>
          <p:nvPr/>
        </p:nvSpPr>
        <p:spPr>
          <a:xfrm>
            <a:off x="6683433" y="3114502"/>
            <a:ext cx="3200400" cy="548640"/>
          </a:xfrm>
          <a:prstGeom prst="rect">
            <a:avLst/>
          </a:prstGeom>
          <a:solidFill>
            <a:srgbClr val="F2C4CE"/>
          </a:solidFill>
          <a:ln w="9525">
            <a:solidFill>
              <a:srgbClr val="7F7F7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 transfers at a time</a:t>
            </a:r>
            <a:endParaRPr lang="en-US" sz="1600" dirty="0"/>
          </a:p>
        </p:txBody>
      </p:sp>
      <p:sp>
        <p:nvSpPr>
          <p:cNvPr id="7" name="a2_410">
            <a:extLst>
              <a:ext uri="{FF2B5EF4-FFF2-40B4-BE49-F238E27FC236}">
                <a16:creationId xmlns:a16="http://schemas.microsoft.com/office/drawing/2014/main" id="{D5571ED5-73F0-A411-0E27-5D31A226C4CB}"/>
              </a:ext>
            </a:extLst>
          </p:cNvPr>
          <p:cNvSpPr txBox="1"/>
          <p:nvPr/>
        </p:nvSpPr>
        <p:spPr>
          <a:xfrm>
            <a:off x="1837113" y="4166062"/>
            <a:ext cx="80467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MAX_CONCURRENT_UPLOADS / _DOWNLOADS (default 100)</a:t>
            </a:r>
            <a:endParaRPr lang="en-US" sz="1400" dirty="0"/>
          </a:p>
        </p:txBody>
      </p:sp>
      <p:sp>
        <p:nvSpPr>
          <p:cNvPr id="8" name="a2_411">
            <a:extLst>
              <a:ext uri="{FF2B5EF4-FFF2-40B4-BE49-F238E27FC236}">
                <a16:creationId xmlns:a16="http://schemas.microsoft.com/office/drawing/2014/main" id="{5C03F411-08BE-8D10-4522-82FCA7BF8C8A}"/>
              </a:ext>
            </a:extLst>
          </p:cNvPr>
          <p:cNvSpPr txBox="1"/>
          <p:nvPr/>
        </p:nvSpPr>
        <p:spPr>
          <a:xfrm>
            <a:off x="1837113" y="4559762"/>
            <a:ext cx="80467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transfer: the user with the fewest active transfers</a:t>
            </a:r>
            <a:endParaRPr lang="en-US" sz="1700" dirty="0"/>
          </a:p>
        </p:txBody>
      </p:sp>
      <p:sp>
        <p:nvSpPr>
          <p:cNvPr id="9" name="a3_412">
            <a:extLst>
              <a:ext uri="{FF2B5EF4-FFF2-40B4-BE49-F238E27FC236}">
                <a16:creationId xmlns:a16="http://schemas.microsoft.com/office/drawing/2014/main" id="{1E7A378D-1548-BB47-A205-7A95BA0236CE}"/>
              </a:ext>
            </a:extLst>
          </p:cNvPr>
          <p:cNvSpPr txBox="1"/>
          <p:nvPr/>
        </p:nvSpPr>
        <p:spPr>
          <a:xfrm>
            <a:off x="1837113" y="4953462"/>
            <a:ext cx="804672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_PER_USER (20%): stop asking the negotiator for that user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8907311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CE2E03-5D3F-80D1-72A7-489285CBB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64256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036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2EDC8-209F-DF06-9F12-6428291A2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B6CBB-7099-10ED-BBB0-AEF37698F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CHTC finds it tricky to implement the policy they want</a:t>
            </a:r>
          </a:p>
          <a:p>
            <a:r>
              <a:rPr lang="en-US" dirty="0"/>
              <a:t>HTCondor doesn’t separate mechanism from policy</a:t>
            </a:r>
          </a:p>
          <a:p>
            <a:endParaRPr lang="en-US" dirty="0"/>
          </a:p>
          <a:p>
            <a:r>
              <a:rPr lang="en-US" dirty="0"/>
              <a:t>What are the policies you want? </a:t>
            </a:r>
          </a:p>
          <a:p>
            <a:endParaRPr lang="en-US" dirty="0"/>
          </a:p>
          <a:p>
            <a:r>
              <a:rPr lang="en-US" dirty="0"/>
              <a:t>What do you find it hard to implement with these knobs?</a:t>
            </a:r>
          </a:p>
        </p:txBody>
      </p:sp>
    </p:spTree>
    <p:extLst>
      <p:ext uri="{BB962C8B-B14F-4D97-AF65-F5344CB8AC3E}">
        <p14:creationId xmlns:p14="http://schemas.microsoft.com/office/powerpoint/2010/main" val="33253436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A416F2-8E4B-4B52-2BF0-26CE37CE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1FE3793-0306-0E60-95D6-5362F6BD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253331"/>
            <a:ext cx="11244072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6000" dirty="0">
                <a:solidFill>
                  <a:schemeClr val="bg1"/>
                </a:solidFill>
              </a:rPr>
              <a:t>Many, many scheduling knobs</a:t>
            </a:r>
          </a:p>
          <a:p>
            <a:pPr marL="0" indent="0">
              <a:buNone/>
            </a:pPr>
            <a:endParaRPr lang="en-US" sz="6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6000" dirty="0">
                <a:solidFill>
                  <a:schemeClr val="bg1"/>
                </a:solidFill>
              </a:rPr>
              <a:t>Help us do better.</a:t>
            </a: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This material is based upon work supported by the National Science Foundation under Grant Nos. 2030508. Any opinions, findings, and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conclusions or recommendations expressed in this material are those of the author(s) and do not necessarily reflect the views of the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National Science Foundation.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256EC-602E-54E0-8B32-4271BA0C0F5D}"/>
              </a:ext>
            </a:extLst>
          </p:cNvPr>
          <p:cNvSpPr txBox="1"/>
          <p:nvPr/>
        </p:nvSpPr>
        <p:spPr>
          <a:xfrm>
            <a:off x="2409467" y="0"/>
            <a:ext cx="7999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dirty="0">
                <a:solidFill>
                  <a:prstClr val="white"/>
                </a:solidFill>
                <a:latin typeface="Aptos" panose="02110004020202020204"/>
              </a:rPr>
              <a:t>Conclusion…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06777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2336</TotalTime>
  <Words>1910</Words>
  <Application>Microsoft Office PowerPoint</Application>
  <PresentationFormat>Widescreen</PresentationFormat>
  <Paragraphs>316</Paragraphs>
  <Slides>41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Aptos Display</vt:lpstr>
      <vt:lpstr>Arial</vt:lpstr>
      <vt:lpstr>Arial Black</vt:lpstr>
      <vt:lpstr>Courier New</vt:lpstr>
      <vt:lpstr>Times New Roman</vt:lpstr>
      <vt:lpstr>Office Theme</vt:lpstr>
      <vt:lpstr>Scheduling: The Many Ways Greg Thain</vt:lpstr>
      <vt:lpstr>PowerPoint Presentation</vt:lpstr>
      <vt:lpstr>Not “the negotiator” talk</vt:lpstr>
      <vt:lpstr>PowerPoint Presentation</vt:lpstr>
      <vt:lpstr>PowerPoint Presentation</vt:lpstr>
      <vt:lpstr>What the EP can and can not do…</vt:lpstr>
      <vt:lpstr>START expression is biggest stick</vt:lpstr>
      <vt:lpstr>START expression can be dynamic</vt:lpstr>
      <vt:lpstr>First class backfill</vt:lpstr>
      <vt:lpstr>MaxJobRetirementTime</vt:lpstr>
      <vt:lpstr>CLAIM_WORKLIFE</vt:lpstr>
      <vt:lpstr>The CLAIM_WORKLIFE balance</vt:lpstr>
      <vt:lpstr>Custom resources</vt:lpstr>
      <vt:lpstr>Condor_drain</vt:lpstr>
      <vt:lpstr>DEFAULT_DRAINING_START_EXPR</vt:lpstr>
      <vt:lpstr>PowerPoint Presentation</vt:lpstr>
      <vt:lpstr>PowerPoint Presentation</vt:lpstr>
      <vt:lpstr>PowerPoint Presentation</vt:lpstr>
      <vt:lpstr>                      Policy in the CM</vt:lpstr>
      <vt:lpstr>Some CM policy in config files, some in tools</vt:lpstr>
      <vt:lpstr>Defrag daemon runs on the cm</vt:lpstr>
      <vt:lpstr>Defrag knobs</vt:lpstr>
      <vt:lpstr>NEGOTIATOR_PRE_JOB_RANK</vt:lpstr>
      <vt:lpstr>Group quotas</vt:lpstr>
      <vt:lpstr>Quota with Surplus</vt:lpstr>
      <vt:lpstr>GROUP_AUTOREGROUP</vt:lpstr>
      <vt:lpstr>Concurrency limits</vt:lpstr>
      <vt:lpstr>Concurrency units can starve</vt:lpstr>
      <vt:lpstr>The many powers of condor_userprio</vt:lpstr>
      <vt:lpstr>Cloudbursting with the rooster</vt:lpstr>
      <vt:lpstr>PowerPoint Presentation</vt:lpstr>
      <vt:lpstr>PowerPoint Presentation</vt:lpstr>
      <vt:lpstr>Finally, policy in the AP!</vt:lpstr>
      <vt:lpstr>AP has lots of admission control knobs</vt:lpstr>
      <vt:lpstr>Condor_qusers: operating on AP users</vt:lpstr>
      <vt:lpstr>Schedd job throttles</vt:lpstr>
      <vt:lpstr>File xfer throttling</vt:lpstr>
      <vt:lpstr>PowerPoint Presentation</vt:lpstr>
      <vt:lpstr>PowerPoint Presentation</vt:lpstr>
      <vt:lpstr>Discussion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Gregory G Thain</dc:creator>
  <cp:lastModifiedBy>Greg Thain</cp:lastModifiedBy>
  <cp:revision>38</cp:revision>
  <dcterms:created xsi:type="dcterms:W3CDTF">2025-05-22T15:38:10Z</dcterms:created>
  <dcterms:modified xsi:type="dcterms:W3CDTF">2026-10-01T03:04:41Z</dcterms:modified>
</cp:coreProperties>
</file>
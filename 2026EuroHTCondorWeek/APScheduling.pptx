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313" r:id="rId3"/>
    <p:sldId id="312" r:id="rId4"/>
    <p:sldId id="315" r:id="rId5"/>
    <p:sldId id="314" r:id="rId6"/>
    <p:sldId id="302" r:id="rId7"/>
    <p:sldId id="316" r:id="rId8"/>
    <p:sldId id="317" r:id="rId9"/>
    <p:sldId id="267" r:id="rId10"/>
    <p:sldId id="318" r:id="rId11"/>
    <p:sldId id="319" r:id="rId12"/>
    <p:sldId id="320" r:id="rId13"/>
    <p:sldId id="264" r:id="rId14"/>
    <p:sldId id="321" r:id="rId15"/>
    <p:sldId id="322" r:id="rId16"/>
    <p:sldId id="323" r:id="rId17"/>
    <p:sldId id="324" r:id="rId18"/>
    <p:sldId id="327" r:id="rId19"/>
    <p:sldId id="328" r:id="rId20"/>
    <p:sldId id="329" r:id="rId21"/>
    <p:sldId id="330" r:id="rId22"/>
    <p:sldId id="343" r:id="rId23"/>
    <p:sldId id="331" r:id="rId24"/>
    <p:sldId id="325" r:id="rId25"/>
    <p:sldId id="332" r:id="rId26"/>
    <p:sldId id="334" r:id="rId27"/>
    <p:sldId id="335" r:id="rId28"/>
    <p:sldId id="336" r:id="rId29"/>
    <p:sldId id="337" r:id="rId30"/>
    <p:sldId id="333" r:id="rId31"/>
    <p:sldId id="338" r:id="rId32"/>
    <p:sldId id="339" r:id="rId33"/>
    <p:sldId id="340" r:id="rId34"/>
    <p:sldId id="341" r:id="rId35"/>
    <p:sldId id="342" r:id="rId36"/>
    <p:sldId id="30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742"/>
    <a:srgbClr val="1B7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8080B-EB92-4753-B7FF-AA678C9B113E}" v="238" dt="2026-09-27T03:02:38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6283" autoAdjust="0"/>
  </p:normalViewPr>
  <p:slideViewPr>
    <p:cSldViewPr snapToGrid="0">
      <p:cViewPr>
        <p:scale>
          <a:sx n="69" d="100"/>
          <a:sy n="69" d="100"/>
        </p:scale>
        <p:origin x="2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Thain" userId="fb6a94ea1b602659" providerId="LiveId" clId="{E0EF8A8E-7408-4B9C-9CC5-1E272D9DB46C}"/>
    <pc:docChg chg="undo custSel addSld delSld modSld sldOrd">
      <pc:chgData name="Greg Thain" userId="fb6a94ea1b602659" providerId="LiveId" clId="{E0EF8A8E-7408-4B9C-9CC5-1E272D9DB46C}" dt="2026-09-27T03:02:38.294" v="4984"/>
      <pc:docMkLst>
        <pc:docMk/>
      </pc:docMkLst>
      <pc:sldChg chg="modSp add del mod setBg">
        <pc:chgData name="Greg Thain" userId="fb6a94ea1b602659" providerId="LiveId" clId="{E0EF8A8E-7408-4B9C-9CC5-1E272D9DB46C}" dt="2026-09-25T19:16:51.630" v="23" actId="207"/>
        <pc:sldMkLst>
          <pc:docMk/>
          <pc:sldMk cId="1409769615" sldId="257"/>
        </pc:sldMkLst>
        <pc:spChg chg="mod">
          <ac:chgData name="Greg Thain" userId="fb6a94ea1b602659" providerId="LiveId" clId="{E0EF8A8E-7408-4B9C-9CC5-1E272D9DB46C}" dt="2026-09-25T19:16:51.630" v="23" actId="207"/>
          <ac:spMkLst>
            <pc:docMk/>
            <pc:sldMk cId="1409769615" sldId="257"/>
            <ac:spMk id="2" creationId="{00000000-0000-0000-0000-000000000000}"/>
          </ac:spMkLst>
        </pc:spChg>
      </pc:sldChg>
      <pc:sldChg chg="add setBg">
        <pc:chgData name="Greg Thain" userId="fb6a94ea1b602659" providerId="LiveId" clId="{E0EF8A8E-7408-4B9C-9CC5-1E272D9DB46C}" dt="2026-09-25T20:38:28.752" v="1359"/>
        <pc:sldMkLst>
          <pc:docMk/>
          <pc:sldMk cId="0" sldId="264"/>
        </pc:sldMkLst>
      </pc:sldChg>
      <pc:sldChg chg="add setBg">
        <pc:chgData name="Greg Thain" userId="fb6a94ea1b602659" providerId="LiveId" clId="{E0EF8A8E-7408-4B9C-9CC5-1E272D9DB46C}" dt="2026-09-25T20:37:34.433" v="1358"/>
        <pc:sldMkLst>
          <pc:docMk/>
          <pc:sldMk cId="0" sldId="267"/>
        </pc:sldMkLst>
      </pc:sldChg>
      <pc:sldChg chg="addSp modSp mod">
        <pc:chgData name="Greg Thain" userId="fb6a94ea1b602659" providerId="LiveId" clId="{E0EF8A8E-7408-4B9C-9CC5-1E272D9DB46C}" dt="2026-09-25T21:01:35.930" v="1880" actId="20577"/>
        <pc:sldMkLst>
          <pc:docMk/>
          <pc:sldMk cId="942067776" sldId="301"/>
        </pc:sldMkLst>
        <pc:spChg chg="mod">
          <ac:chgData name="Greg Thain" userId="fb6a94ea1b602659" providerId="LiveId" clId="{E0EF8A8E-7408-4B9C-9CC5-1E272D9DB46C}" dt="2026-09-25T21:01:35.930" v="1880" actId="20577"/>
          <ac:spMkLst>
            <pc:docMk/>
            <pc:sldMk cId="942067776" sldId="301"/>
            <ac:spMk id="2" creationId="{C1FE3793-0306-0E60-95D6-5362F6BD458A}"/>
          </ac:spMkLst>
        </pc:spChg>
      </pc:sldChg>
      <pc:sldChg chg="addSp modSp new mod setBg">
        <pc:chgData name="Greg Thain" userId="fb6a94ea1b602659" providerId="LiveId" clId="{E0EF8A8E-7408-4B9C-9CC5-1E272D9DB46C}" dt="2026-09-25T19:34:40.192" v="417" actId="26606"/>
        <pc:sldMkLst>
          <pc:docMk/>
          <pc:sldMk cId="2368800959" sldId="302"/>
        </pc:sldMkLst>
        <pc:spChg chg="mod">
          <ac:chgData name="Greg Thain" userId="fb6a94ea1b602659" providerId="LiveId" clId="{E0EF8A8E-7408-4B9C-9CC5-1E272D9DB46C}" dt="2026-09-25T19:34:40.192" v="417" actId="26606"/>
          <ac:spMkLst>
            <pc:docMk/>
            <pc:sldMk cId="2368800959" sldId="302"/>
            <ac:spMk id="2" creationId="{F55AE75E-B645-B3B2-BDE8-9BB52AFF16AE}"/>
          </ac:spMkLst>
        </pc:spChg>
        <pc:spChg chg="mod">
          <ac:chgData name="Greg Thain" userId="fb6a94ea1b602659" providerId="LiveId" clId="{E0EF8A8E-7408-4B9C-9CC5-1E272D9DB46C}" dt="2026-09-25T19:34:40.192" v="417" actId="26606"/>
          <ac:spMkLst>
            <pc:docMk/>
            <pc:sldMk cId="2368800959" sldId="302"/>
            <ac:spMk id="3" creationId="{108E48DA-1541-4C5E-647D-D72D2CDD92BA}"/>
          </ac:spMkLst>
        </pc:spChg>
        <pc:spChg chg="add">
          <ac:chgData name="Greg Thain" userId="fb6a94ea1b602659" providerId="LiveId" clId="{E0EF8A8E-7408-4B9C-9CC5-1E272D9DB46C}" dt="2026-09-25T19:34:40.192" v="417" actId="26606"/>
          <ac:spMkLst>
            <pc:docMk/>
            <pc:sldMk cId="2368800959" sldId="302"/>
            <ac:spMk id="10" creationId="{9F7D5CDA-D291-4307-BF55-1381FED29634}"/>
          </ac:spMkLst>
        </pc:spChg>
        <pc:spChg chg="add">
          <ac:chgData name="Greg Thain" userId="fb6a94ea1b602659" providerId="LiveId" clId="{E0EF8A8E-7408-4B9C-9CC5-1E272D9DB46C}" dt="2026-09-25T19:34:40.192" v="417" actId="26606"/>
          <ac:spMkLst>
            <pc:docMk/>
            <pc:sldMk cId="2368800959" sldId="302"/>
            <ac:spMk id="12" creationId="{59B296B9-C5A5-4E4F-9B60-C907B5F1466C}"/>
          </ac:spMkLst>
        </pc:spChg>
        <pc:spChg chg="add">
          <ac:chgData name="Greg Thain" userId="fb6a94ea1b602659" providerId="LiveId" clId="{E0EF8A8E-7408-4B9C-9CC5-1E272D9DB46C}" dt="2026-09-25T19:34:40.192" v="417" actId="26606"/>
          <ac:spMkLst>
            <pc:docMk/>
            <pc:sldMk cId="2368800959" sldId="302"/>
            <ac:spMk id="14" creationId="{D0300FD3-5AF1-6305-15FA-9078072672E2}"/>
          </ac:spMkLst>
        </pc:spChg>
        <pc:picChg chg="add mod ord modCrop">
          <ac:chgData name="Greg Thain" userId="fb6a94ea1b602659" providerId="LiveId" clId="{E0EF8A8E-7408-4B9C-9CC5-1E272D9DB46C}" dt="2026-09-25T19:34:40.192" v="417" actId="26606"/>
          <ac:picMkLst>
            <pc:docMk/>
            <pc:sldMk cId="2368800959" sldId="302"/>
            <ac:picMk id="5" creationId="{2BF2A16F-BD32-22FF-2628-E1B93BBA7080}"/>
          </ac:picMkLst>
        </pc:picChg>
      </pc:sldChg>
      <pc:sldChg chg="addSp delSp modSp add del mod ord modTransition delAnim modAnim">
        <pc:chgData name="Greg Thain" userId="fb6a94ea1b602659" providerId="LiveId" clId="{E0EF8A8E-7408-4B9C-9CC5-1E272D9DB46C}" dt="2026-09-25T19:43:18.930" v="722" actId="688"/>
        <pc:sldMkLst>
          <pc:docMk/>
          <pc:sldMk cId="1563372235" sldId="312"/>
        </pc:sldMkLst>
        <pc:spChg chg="mod">
          <ac:chgData name="Greg Thain" userId="fb6a94ea1b602659" providerId="LiveId" clId="{E0EF8A8E-7408-4B9C-9CC5-1E272D9DB46C}" dt="2026-09-25T19:18:50.932" v="33" actId="1076"/>
          <ac:spMkLst>
            <pc:docMk/>
            <pc:sldMk cId="1563372235" sldId="312"/>
            <ac:spMk id="5" creationId="{AD39E41D-ACF4-8ADC-073A-64CC4A51654E}"/>
          </ac:spMkLst>
        </pc:spChg>
        <pc:spChg chg="add mod">
          <ac:chgData name="Greg Thain" userId="fb6a94ea1b602659" providerId="LiveId" clId="{E0EF8A8E-7408-4B9C-9CC5-1E272D9DB46C}" dt="2026-09-25T19:43:18.930" v="722" actId="688"/>
          <ac:spMkLst>
            <pc:docMk/>
            <pc:sldMk cId="1563372235" sldId="312"/>
            <ac:spMk id="21" creationId="{152F0D6C-CE63-29C5-7481-79A36D5CC10C}"/>
          </ac:spMkLst>
        </pc:spChg>
        <pc:cxnChg chg="add mod">
          <ac:chgData name="Greg Thain" userId="fb6a94ea1b602659" providerId="LiveId" clId="{E0EF8A8E-7408-4B9C-9CC5-1E272D9DB46C}" dt="2026-09-25T19:18:37.013" v="30" actId="14100"/>
          <ac:cxnSpMkLst>
            <pc:docMk/>
            <pc:sldMk cId="1563372235" sldId="312"/>
            <ac:cxnSpMk id="2" creationId="{1AC166BB-A73E-09A6-312D-66014C14FC2C}"/>
          </ac:cxnSpMkLst>
        </pc:cxnChg>
        <pc:cxnChg chg="mod">
          <ac:chgData name="Greg Thain" userId="fb6a94ea1b602659" providerId="LiveId" clId="{E0EF8A8E-7408-4B9C-9CC5-1E272D9DB46C}" dt="2026-09-25T19:18:42.500" v="31" actId="14100"/>
          <ac:cxnSpMkLst>
            <pc:docMk/>
            <pc:sldMk cId="1563372235" sldId="312"/>
            <ac:cxnSpMk id="10" creationId="{944E1382-26FE-B89C-F889-9B8A12F13420}"/>
          </ac:cxnSpMkLst>
        </pc:cxnChg>
        <pc:cxnChg chg="add mod">
          <ac:chgData name="Greg Thain" userId="fb6a94ea1b602659" providerId="LiveId" clId="{E0EF8A8E-7408-4B9C-9CC5-1E272D9DB46C}" dt="2026-09-25T19:20:41.522" v="48" actId="1076"/>
          <ac:cxnSpMkLst>
            <pc:docMk/>
            <pc:sldMk cId="1563372235" sldId="312"/>
            <ac:cxnSpMk id="11" creationId="{17EB15E1-AE0F-D677-1E85-6C3975B022EB}"/>
          </ac:cxnSpMkLst>
        </pc:cxnChg>
        <pc:cxnChg chg="add mod">
          <ac:chgData name="Greg Thain" userId="fb6a94ea1b602659" providerId="LiveId" clId="{E0EF8A8E-7408-4B9C-9CC5-1E272D9DB46C}" dt="2026-09-25T19:20:39.139" v="47" actId="1076"/>
          <ac:cxnSpMkLst>
            <pc:docMk/>
            <pc:sldMk cId="1563372235" sldId="312"/>
            <ac:cxnSpMk id="12" creationId="{4BD84BD6-CC2A-7FBF-C67B-510941235FC4}"/>
          </ac:cxnSpMkLst>
        </pc:cxnChg>
        <pc:cxnChg chg="add mod">
          <ac:chgData name="Greg Thain" userId="fb6a94ea1b602659" providerId="LiveId" clId="{E0EF8A8E-7408-4B9C-9CC5-1E272D9DB46C}" dt="2026-09-25T19:20:33.348" v="46" actId="1076"/>
          <ac:cxnSpMkLst>
            <pc:docMk/>
            <pc:sldMk cId="1563372235" sldId="312"/>
            <ac:cxnSpMk id="17" creationId="{76988086-47B0-D0C8-60F0-3F8EA3672130}"/>
          </ac:cxnSpMkLst>
        </pc:cxnChg>
        <pc:cxnChg chg="add mod">
          <ac:chgData name="Greg Thain" userId="fb6a94ea1b602659" providerId="LiveId" clId="{E0EF8A8E-7408-4B9C-9CC5-1E272D9DB46C}" dt="2026-09-25T19:20:51.354" v="51" actId="1076"/>
          <ac:cxnSpMkLst>
            <pc:docMk/>
            <pc:sldMk cId="1563372235" sldId="312"/>
            <ac:cxnSpMk id="18" creationId="{AD16AE42-A357-D779-D37B-0161C32C3357}"/>
          </ac:cxnSpMkLst>
        </pc:cxnChg>
        <pc:cxnChg chg="add mod">
          <ac:chgData name="Greg Thain" userId="fb6a94ea1b602659" providerId="LiveId" clId="{E0EF8A8E-7408-4B9C-9CC5-1E272D9DB46C}" dt="2026-09-25T19:20:48.652" v="50" actId="1076"/>
          <ac:cxnSpMkLst>
            <pc:docMk/>
            <pc:sldMk cId="1563372235" sldId="312"/>
            <ac:cxnSpMk id="19" creationId="{33643C97-3BB6-35B5-2711-6BB4F97DC93D}"/>
          </ac:cxnSpMkLst>
        </pc:cxnChg>
        <pc:cxnChg chg="add mod">
          <ac:chgData name="Greg Thain" userId="fb6a94ea1b602659" providerId="LiveId" clId="{E0EF8A8E-7408-4B9C-9CC5-1E272D9DB46C}" dt="2026-09-25T19:20:54.205" v="52" actId="1076"/>
          <ac:cxnSpMkLst>
            <pc:docMk/>
            <pc:sldMk cId="1563372235" sldId="312"/>
            <ac:cxnSpMk id="20" creationId="{25480567-6B22-E32B-64FE-FFD1B00AD7CA}"/>
          </ac:cxnSpMkLst>
        </pc:cxnChg>
      </pc:sldChg>
      <pc:sldChg chg="modSp new mod">
        <pc:chgData name="Greg Thain" userId="fb6a94ea1b602659" providerId="LiveId" clId="{E0EF8A8E-7408-4B9C-9CC5-1E272D9DB46C}" dt="2026-09-25T19:22:26.852" v="141" actId="20577"/>
        <pc:sldMkLst>
          <pc:docMk/>
          <pc:sldMk cId="632263362" sldId="313"/>
        </pc:sldMkLst>
        <pc:spChg chg="mod">
          <ac:chgData name="Greg Thain" userId="fb6a94ea1b602659" providerId="LiveId" clId="{E0EF8A8E-7408-4B9C-9CC5-1E272D9DB46C}" dt="2026-09-25T19:22:11.608" v="86" actId="20577"/>
          <ac:spMkLst>
            <pc:docMk/>
            <pc:sldMk cId="632263362" sldId="313"/>
            <ac:spMk id="2" creationId="{72E483C3-FFA2-1F81-C3BE-53E700ECA12D}"/>
          </ac:spMkLst>
        </pc:spChg>
        <pc:spChg chg="mod">
          <ac:chgData name="Greg Thain" userId="fb6a94ea1b602659" providerId="LiveId" clId="{E0EF8A8E-7408-4B9C-9CC5-1E272D9DB46C}" dt="2026-09-25T19:22:26.852" v="141" actId="20577"/>
          <ac:spMkLst>
            <pc:docMk/>
            <pc:sldMk cId="632263362" sldId="313"/>
            <ac:spMk id="3" creationId="{E300108F-4E3A-E613-2A21-398F99E30DE0}"/>
          </ac:spMkLst>
        </pc:spChg>
      </pc:sldChg>
      <pc:sldChg chg="modSp new mod">
        <pc:chgData name="Greg Thain" userId="fb6a94ea1b602659" providerId="LiveId" clId="{E0EF8A8E-7408-4B9C-9CC5-1E272D9DB46C}" dt="2026-09-25T19:22:34.204" v="148" actId="20577"/>
        <pc:sldMkLst>
          <pc:docMk/>
          <pc:sldMk cId="1365924642" sldId="314"/>
        </pc:sldMkLst>
        <pc:spChg chg="mod">
          <ac:chgData name="Greg Thain" userId="fb6a94ea1b602659" providerId="LiveId" clId="{E0EF8A8E-7408-4B9C-9CC5-1E272D9DB46C}" dt="2026-09-25T19:22:34.204" v="148" actId="20577"/>
          <ac:spMkLst>
            <pc:docMk/>
            <pc:sldMk cId="1365924642" sldId="314"/>
            <ac:spMk id="2" creationId="{353E37CD-3AEB-1374-506C-341E829A9D68}"/>
          </ac:spMkLst>
        </pc:spChg>
      </pc:sldChg>
      <pc:sldChg chg="modSp new mod">
        <pc:chgData name="Greg Thain" userId="fb6a94ea1b602659" providerId="LiveId" clId="{E0EF8A8E-7408-4B9C-9CC5-1E272D9DB46C}" dt="2026-09-25T19:36:38.450" v="647" actId="20577"/>
        <pc:sldMkLst>
          <pc:docMk/>
          <pc:sldMk cId="1494923485" sldId="315"/>
        </pc:sldMkLst>
        <pc:spChg chg="mod">
          <ac:chgData name="Greg Thain" userId="fb6a94ea1b602659" providerId="LiveId" clId="{E0EF8A8E-7408-4B9C-9CC5-1E272D9DB46C}" dt="2026-09-25T19:35:56.038" v="474" actId="20577"/>
          <ac:spMkLst>
            <pc:docMk/>
            <pc:sldMk cId="1494923485" sldId="315"/>
            <ac:spMk id="2" creationId="{1BD76A68-974F-C43E-0C0F-4CC389D76943}"/>
          </ac:spMkLst>
        </pc:spChg>
        <pc:spChg chg="mod">
          <ac:chgData name="Greg Thain" userId="fb6a94ea1b602659" providerId="LiveId" clId="{E0EF8A8E-7408-4B9C-9CC5-1E272D9DB46C}" dt="2026-09-25T19:36:38.450" v="647" actId="20577"/>
          <ac:spMkLst>
            <pc:docMk/>
            <pc:sldMk cId="1494923485" sldId="315"/>
            <ac:spMk id="3" creationId="{8717AD41-669F-F2C4-A547-D7EA4A0B8D22}"/>
          </ac:spMkLst>
        </pc:spChg>
      </pc:sldChg>
      <pc:sldChg chg="modSp new mod">
        <pc:chgData name="Greg Thain" userId="fb6a94ea1b602659" providerId="LiveId" clId="{E0EF8A8E-7408-4B9C-9CC5-1E272D9DB46C}" dt="2026-09-25T20:27:38.298" v="1092" actId="20577"/>
        <pc:sldMkLst>
          <pc:docMk/>
          <pc:sldMk cId="5324466" sldId="316"/>
        </pc:sldMkLst>
        <pc:spChg chg="mod">
          <ac:chgData name="Greg Thain" userId="fb6a94ea1b602659" providerId="LiveId" clId="{E0EF8A8E-7408-4B9C-9CC5-1E272D9DB46C}" dt="2026-09-25T20:21:02.973" v="770" actId="20577"/>
          <ac:spMkLst>
            <pc:docMk/>
            <pc:sldMk cId="5324466" sldId="316"/>
            <ac:spMk id="2" creationId="{E55B2F96-408B-F3FD-B8B7-27C8B0BF6E06}"/>
          </ac:spMkLst>
        </pc:spChg>
        <pc:spChg chg="mod">
          <ac:chgData name="Greg Thain" userId="fb6a94ea1b602659" providerId="LiveId" clId="{E0EF8A8E-7408-4B9C-9CC5-1E272D9DB46C}" dt="2026-09-25T20:27:38.298" v="1092" actId="20577"/>
          <ac:spMkLst>
            <pc:docMk/>
            <pc:sldMk cId="5324466" sldId="316"/>
            <ac:spMk id="3" creationId="{FF0BB779-FF7B-A3F2-B482-CCC52A7472F0}"/>
          </ac:spMkLst>
        </pc:spChg>
      </pc:sldChg>
      <pc:sldChg chg="addSp delSp modSp new mod">
        <pc:chgData name="Greg Thain" userId="fb6a94ea1b602659" providerId="LiveId" clId="{E0EF8A8E-7408-4B9C-9CC5-1E272D9DB46C}" dt="2026-09-25T20:43:19.405" v="1368" actId="1076"/>
        <pc:sldMkLst>
          <pc:docMk/>
          <pc:sldMk cId="450483018" sldId="317"/>
        </pc:sldMkLst>
        <pc:spChg chg="mod">
          <ac:chgData name="Greg Thain" userId="fb6a94ea1b602659" providerId="LiveId" clId="{E0EF8A8E-7408-4B9C-9CC5-1E272D9DB46C}" dt="2026-09-25T20:27:50.204" v="1108" actId="20577"/>
          <ac:spMkLst>
            <pc:docMk/>
            <pc:sldMk cId="450483018" sldId="317"/>
            <ac:spMk id="2" creationId="{1DEE75AA-7630-C3AA-46BF-86A05E2C1372}"/>
          </ac:spMkLst>
        </pc:spChg>
        <pc:spChg chg="add del mod">
          <ac:chgData name="Greg Thain" userId="fb6a94ea1b602659" providerId="LiveId" clId="{E0EF8A8E-7408-4B9C-9CC5-1E272D9DB46C}" dt="2026-09-25T20:43:19.405" v="1368" actId="1076"/>
          <ac:spMkLst>
            <pc:docMk/>
            <pc:sldMk cId="450483018" sldId="317"/>
            <ac:spMk id="9" creationId="{E128B43E-3E34-1713-99D4-CA8B83FB7C26}"/>
          </ac:spMkLst>
        </pc:spChg>
        <pc:spChg chg="add mod ord">
          <ac:chgData name="Greg Thain" userId="fb6a94ea1b602659" providerId="LiveId" clId="{E0EF8A8E-7408-4B9C-9CC5-1E272D9DB46C}" dt="2026-09-25T20:36:46.591" v="1355" actId="20577"/>
          <ac:spMkLst>
            <pc:docMk/>
            <pc:sldMk cId="450483018" sldId="317"/>
            <ac:spMk id="11" creationId="{DB161DAB-4E1B-E4D5-2788-D83056B44AA7}"/>
          </ac:spMkLst>
        </pc:spChg>
      </pc:sldChg>
      <pc:sldChg chg="addSp modSp new mod modClrScheme chgLayout">
        <pc:chgData name="Greg Thain" userId="fb6a94ea1b602659" providerId="LiveId" clId="{E0EF8A8E-7408-4B9C-9CC5-1E272D9DB46C}" dt="2026-09-25T20:46:16.462" v="1561" actId="14"/>
        <pc:sldMkLst>
          <pc:docMk/>
          <pc:sldMk cId="3709077183" sldId="318"/>
        </pc:sldMkLst>
        <pc:spChg chg="add mod">
          <ac:chgData name="Greg Thain" userId="fb6a94ea1b602659" providerId="LiveId" clId="{E0EF8A8E-7408-4B9C-9CC5-1E272D9DB46C}" dt="2026-09-25T20:44:08.080" v="1382" actId="20577"/>
          <ac:spMkLst>
            <pc:docMk/>
            <pc:sldMk cId="3709077183" sldId="318"/>
            <ac:spMk id="2" creationId="{A53185C8-8000-2A00-C730-FFCA5448CF9E}"/>
          </ac:spMkLst>
        </pc:spChg>
        <pc:spChg chg="add mod">
          <ac:chgData name="Greg Thain" userId="fb6a94ea1b602659" providerId="LiveId" clId="{E0EF8A8E-7408-4B9C-9CC5-1E272D9DB46C}" dt="2026-09-25T20:46:16.462" v="1561" actId="14"/>
          <ac:spMkLst>
            <pc:docMk/>
            <pc:sldMk cId="3709077183" sldId="318"/>
            <ac:spMk id="3" creationId="{B287440B-2E02-D65C-AE3C-77B37D298352}"/>
          </ac:spMkLst>
        </pc:spChg>
      </pc:sldChg>
      <pc:sldChg chg="modSp add mod">
        <pc:chgData name="Greg Thain" userId="fb6a94ea1b602659" providerId="LiveId" clId="{E0EF8A8E-7408-4B9C-9CC5-1E272D9DB46C}" dt="2026-09-25T20:46:57.468" v="1591" actId="20577"/>
        <pc:sldMkLst>
          <pc:docMk/>
          <pc:sldMk cId="3214611607" sldId="319"/>
        </pc:sldMkLst>
        <pc:spChg chg="mod">
          <ac:chgData name="Greg Thain" userId="fb6a94ea1b602659" providerId="LiveId" clId="{E0EF8A8E-7408-4B9C-9CC5-1E272D9DB46C}" dt="2026-09-25T20:46:50.632" v="1585" actId="20577"/>
          <ac:spMkLst>
            <pc:docMk/>
            <pc:sldMk cId="3214611607" sldId="319"/>
            <ac:spMk id="2" creationId="{A91FF859-30F3-9B07-2CC5-6971CE4181C7}"/>
          </ac:spMkLst>
        </pc:spChg>
        <pc:spChg chg="mod">
          <ac:chgData name="Greg Thain" userId="fb6a94ea1b602659" providerId="LiveId" clId="{E0EF8A8E-7408-4B9C-9CC5-1E272D9DB46C}" dt="2026-09-25T20:46:57.468" v="1591" actId="20577"/>
          <ac:spMkLst>
            <pc:docMk/>
            <pc:sldMk cId="3214611607" sldId="319"/>
            <ac:spMk id="3" creationId="{A3FE28D6-2298-34CA-D6D0-496861A0BD04}"/>
          </ac:spMkLst>
        </pc:spChg>
      </pc:sldChg>
      <pc:sldChg chg="delSp modSp add mod ord">
        <pc:chgData name="Greg Thain" userId="fb6a94ea1b602659" providerId="LiveId" clId="{E0EF8A8E-7408-4B9C-9CC5-1E272D9DB46C}" dt="2026-09-25T20:53:26.154" v="1784"/>
        <pc:sldMkLst>
          <pc:docMk/>
          <pc:sldMk cId="835843681" sldId="320"/>
        </pc:sldMkLst>
        <pc:spChg chg="mod">
          <ac:chgData name="Greg Thain" userId="fb6a94ea1b602659" providerId="LiveId" clId="{E0EF8A8E-7408-4B9C-9CC5-1E272D9DB46C}" dt="2026-09-25T20:49:28.887" v="1600" actId="20577"/>
          <ac:spMkLst>
            <pc:docMk/>
            <pc:sldMk cId="835843681" sldId="320"/>
            <ac:spMk id="2" creationId="{5D1BCCA4-855F-67D5-6135-E6DD9FADB4B4}"/>
          </ac:spMkLst>
        </pc:spChg>
        <pc:spChg chg="mod">
          <ac:chgData name="Greg Thain" userId="fb6a94ea1b602659" providerId="LiveId" clId="{E0EF8A8E-7408-4B9C-9CC5-1E272D9DB46C}" dt="2026-09-25T20:52:59.157" v="1782" actId="20577"/>
          <ac:spMkLst>
            <pc:docMk/>
            <pc:sldMk cId="835843681" sldId="320"/>
            <ac:spMk id="11" creationId="{7A6DF972-C325-F69C-CAE7-D12D79E30931}"/>
          </ac:spMkLst>
        </pc:spChg>
      </pc:sldChg>
      <pc:sldChg chg="addSp modSp new mod modClrScheme chgLayout">
        <pc:chgData name="Greg Thain" userId="fb6a94ea1b602659" providerId="LiveId" clId="{E0EF8A8E-7408-4B9C-9CC5-1E272D9DB46C}" dt="2026-09-25T20:56:25.049" v="1804" actId="14100"/>
        <pc:sldMkLst>
          <pc:docMk/>
          <pc:sldMk cId="3682649900" sldId="321"/>
        </pc:sldMkLst>
        <pc:spChg chg="add mod">
          <ac:chgData name="Greg Thain" userId="fb6a94ea1b602659" providerId="LiveId" clId="{E0EF8A8E-7408-4B9C-9CC5-1E272D9DB46C}" dt="2026-09-25T20:56:17.070" v="1803" actId="20577"/>
          <ac:spMkLst>
            <pc:docMk/>
            <pc:sldMk cId="3682649900" sldId="321"/>
            <ac:spMk id="2" creationId="{15C5688C-8B86-AB49-0C71-D66BC046AD84}"/>
          </ac:spMkLst>
        </pc:spChg>
        <pc:spChg chg="add mod">
          <ac:chgData name="Greg Thain" userId="fb6a94ea1b602659" providerId="LiveId" clId="{E0EF8A8E-7408-4B9C-9CC5-1E272D9DB46C}" dt="2026-09-25T20:56:25.049" v="1804" actId="14100"/>
          <ac:spMkLst>
            <pc:docMk/>
            <pc:sldMk cId="3682649900" sldId="321"/>
            <ac:spMk id="3" creationId="{4C70C4EC-7058-EEC3-E369-7B4FC140CF6D}"/>
          </ac:spMkLst>
        </pc:spChg>
      </pc:sldChg>
      <pc:sldChg chg="addSp delSp modSp new mod modClrScheme chgLayout">
        <pc:chgData name="Greg Thain" userId="fb6a94ea1b602659" providerId="LiveId" clId="{E0EF8A8E-7408-4B9C-9CC5-1E272D9DB46C}" dt="2026-09-26T01:02:47.024" v="2408" actId="20577"/>
        <pc:sldMkLst>
          <pc:docMk/>
          <pc:sldMk cId="2382627023" sldId="322"/>
        </pc:sldMkLst>
        <pc:spChg chg="del mod ord">
          <ac:chgData name="Greg Thain" userId="fb6a94ea1b602659" providerId="LiveId" clId="{E0EF8A8E-7408-4B9C-9CC5-1E272D9DB46C}" dt="2026-09-26T00:59:54.661" v="1882" actId="700"/>
          <ac:spMkLst>
            <pc:docMk/>
            <pc:sldMk cId="2382627023" sldId="322"/>
            <ac:spMk id="2" creationId="{351EF90E-E69A-9871-4452-0C2D0A12A298}"/>
          </ac:spMkLst>
        </pc:spChg>
        <pc:spChg chg="del mod ord">
          <ac:chgData name="Greg Thain" userId="fb6a94ea1b602659" providerId="LiveId" clId="{E0EF8A8E-7408-4B9C-9CC5-1E272D9DB46C}" dt="2026-09-26T00:59:54.661" v="1882" actId="700"/>
          <ac:spMkLst>
            <pc:docMk/>
            <pc:sldMk cId="2382627023" sldId="322"/>
            <ac:spMk id="3" creationId="{65B85C07-5D11-9756-1263-B2E5B45DDDF5}"/>
          </ac:spMkLst>
        </pc:spChg>
        <pc:spChg chg="add mod ord">
          <ac:chgData name="Greg Thain" userId="fb6a94ea1b602659" providerId="LiveId" clId="{E0EF8A8E-7408-4B9C-9CC5-1E272D9DB46C}" dt="2026-09-26T01:00:01.436" v="1903" actId="20577"/>
          <ac:spMkLst>
            <pc:docMk/>
            <pc:sldMk cId="2382627023" sldId="322"/>
            <ac:spMk id="4" creationId="{A93F6194-426B-D39B-431A-D9CD3201EED7}"/>
          </ac:spMkLst>
        </pc:spChg>
        <pc:spChg chg="add mod ord">
          <ac:chgData name="Greg Thain" userId="fb6a94ea1b602659" providerId="LiveId" clId="{E0EF8A8E-7408-4B9C-9CC5-1E272D9DB46C}" dt="2026-09-26T01:02:47.024" v="2408" actId="20577"/>
          <ac:spMkLst>
            <pc:docMk/>
            <pc:sldMk cId="2382627023" sldId="322"/>
            <ac:spMk id="5" creationId="{DAF6D9B1-0492-5413-5EEB-C5FFBD3B8F1A}"/>
          </ac:spMkLst>
        </pc:spChg>
      </pc:sldChg>
      <pc:sldChg chg="modSp new mod">
        <pc:chgData name="Greg Thain" userId="fb6a94ea1b602659" providerId="LiveId" clId="{E0EF8A8E-7408-4B9C-9CC5-1E272D9DB46C}" dt="2026-09-26T01:06:00.620" v="2527" actId="20577"/>
        <pc:sldMkLst>
          <pc:docMk/>
          <pc:sldMk cId="1242046213" sldId="323"/>
        </pc:sldMkLst>
        <pc:spChg chg="mod">
          <ac:chgData name="Greg Thain" userId="fb6a94ea1b602659" providerId="LiveId" clId="{E0EF8A8E-7408-4B9C-9CC5-1E272D9DB46C}" dt="2026-09-26T01:01:23.926" v="2145" actId="20577"/>
          <ac:spMkLst>
            <pc:docMk/>
            <pc:sldMk cId="1242046213" sldId="323"/>
            <ac:spMk id="2" creationId="{9D030063-AE31-43B3-B862-3BB5A6264FD3}"/>
          </ac:spMkLst>
        </pc:spChg>
        <pc:spChg chg="mod">
          <ac:chgData name="Greg Thain" userId="fb6a94ea1b602659" providerId="LiveId" clId="{E0EF8A8E-7408-4B9C-9CC5-1E272D9DB46C}" dt="2026-09-26T01:06:00.620" v="2527" actId="20577"/>
          <ac:spMkLst>
            <pc:docMk/>
            <pc:sldMk cId="1242046213" sldId="323"/>
            <ac:spMk id="3" creationId="{31B7F1D8-455A-4F08-B3D3-25AE8B7780BF}"/>
          </ac:spMkLst>
        </pc:spChg>
      </pc:sldChg>
      <pc:sldChg chg="addSp modSp new mod">
        <pc:chgData name="Greg Thain" userId="fb6a94ea1b602659" providerId="LiveId" clId="{E0EF8A8E-7408-4B9C-9CC5-1E272D9DB46C}" dt="2026-09-26T01:13:00.412" v="3102" actId="14100"/>
        <pc:sldMkLst>
          <pc:docMk/>
          <pc:sldMk cId="3289597592" sldId="324"/>
        </pc:sldMkLst>
        <pc:spChg chg="mod">
          <ac:chgData name="Greg Thain" userId="fb6a94ea1b602659" providerId="LiveId" clId="{E0EF8A8E-7408-4B9C-9CC5-1E272D9DB46C}" dt="2026-09-26T01:06:30.290" v="2557" actId="20577"/>
          <ac:spMkLst>
            <pc:docMk/>
            <pc:sldMk cId="3289597592" sldId="324"/>
            <ac:spMk id="2" creationId="{21691DD3-8BDE-7B0A-8CA3-62F706F57AEC}"/>
          </ac:spMkLst>
        </pc:spChg>
        <pc:spChg chg="mod">
          <ac:chgData name="Greg Thain" userId="fb6a94ea1b602659" providerId="LiveId" clId="{E0EF8A8E-7408-4B9C-9CC5-1E272D9DB46C}" dt="2026-09-26T01:07:21.244" v="2758" actId="20577"/>
          <ac:spMkLst>
            <pc:docMk/>
            <pc:sldMk cId="3289597592" sldId="324"/>
            <ac:spMk id="3" creationId="{75714908-BB49-49FB-B403-D786E7722452}"/>
          </ac:spMkLst>
        </pc:spChg>
        <pc:spChg chg="add mod">
          <ac:chgData name="Greg Thain" userId="fb6a94ea1b602659" providerId="LiveId" clId="{E0EF8A8E-7408-4B9C-9CC5-1E272D9DB46C}" dt="2026-09-26T01:13:00.412" v="3102" actId="14100"/>
          <ac:spMkLst>
            <pc:docMk/>
            <pc:sldMk cId="3289597592" sldId="324"/>
            <ac:spMk id="5" creationId="{DC0EA158-712C-AA0E-525E-FC117FFBDFCC}"/>
          </ac:spMkLst>
        </pc:spChg>
      </pc:sldChg>
      <pc:sldChg chg="modSp new mod">
        <pc:chgData name="Greg Thain" userId="fb6a94ea1b602659" providerId="LiveId" clId="{E0EF8A8E-7408-4B9C-9CC5-1E272D9DB46C}" dt="2026-09-26T01:10:47.518" v="3062" actId="20577"/>
        <pc:sldMkLst>
          <pc:docMk/>
          <pc:sldMk cId="967640580" sldId="325"/>
        </pc:sldMkLst>
        <pc:spChg chg="mod">
          <ac:chgData name="Greg Thain" userId="fb6a94ea1b602659" providerId="LiveId" clId="{E0EF8A8E-7408-4B9C-9CC5-1E272D9DB46C}" dt="2026-09-26T01:08:51.922" v="2873" actId="20577"/>
          <ac:spMkLst>
            <pc:docMk/>
            <pc:sldMk cId="967640580" sldId="325"/>
            <ac:spMk id="2" creationId="{211BB7EA-B3BB-D1B6-26C5-F945C4D4B69A}"/>
          </ac:spMkLst>
        </pc:spChg>
        <pc:spChg chg="mod">
          <ac:chgData name="Greg Thain" userId="fb6a94ea1b602659" providerId="LiveId" clId="{E0EF8A8E-7408-4B9C-9CC5-1E272D9DB46C}" dt="2026-09-26T01:10:47.518" v="3062" actId="20577"/>
          <ac:spMkLst>
            <pc:docMk/>
            <pc:sldMk cId="967640580" sldId="325"/>
            <ac:spMk id="3" creationId="{88C6CD6D-7B33-B8C0-D02E-C15B9427B225}"/>
          </ac:spMkLst>
        </pc:spChg>
      </pc:sldChg>
      <pc:sldChg chg="delSp modSp new del mod">
        <pc:chgData name="Greg Thain" userId="fb6a94ea1b602659" providerId="LiveId" clId="{E0EF8A8E-7408-4B9C-9CC5-1E272D9DB46C}" dt="2026-09-27T02:22:56.392" v="4834" actId="47"/>
        <pc:sldMkLst>
          <pc:docMk/>
          <pc:sldMk cId="111397998" sldId="326"/>
        </pc:sldMkLst>
        <pc:spChg chg="del mod">
          <ac:chgData name="Greg Thain" userId="fb6a94ea1b602659" providerId="LiveId" clId="{E0EF8A8E-7408-4B9C-9CC5-1E272D9DB46C}" dt="2026-09-27T02:22:43.059" v="4831" actId="478"/>
          <ac:spMkLst>
            <pc:docMk/>
            <pc:sldMk cId="111397998" sldId="326"/>
            <ac:spMk id="2" creationId="{2A60139C-D427-DC77-153A-A86C6E2972F5}"/>
          </ac:spMkLst>
        </pc:spChg>
        <pc:spChg chg="del">
          <ac:chgData name="Greg Thain" userId="fb6a94ea1b602659" providerId="LiveId" clId="{E0EF8A8E-7408-4B9C-9CC5-1E272D9DB46C}" dt="2026-09-27T02:22:45.585" v="4832" actId="478"/>
          <ac:spMkLst>
            <pc:docMk/>
            <pc:sldMk cId="111397998" sldId="326"/>
            <ac:spMk id="3" creationId="{9ADA1FE6-C75D-2777-5E21-71261ACD0E0A}"/>
          </ac:spMkLst>
        </pc:spChg>
      </pc:sldChg>
      <pc:sldChg chg="addSp delSp modSp new mod">
        <pc:chgData name="Greg Thain" userId="fb6a94ea1b602659" providerId="LiveId" clId="{E0EF8A8E-7408-4B9C-9CC5-1E272D9DB46C}" dt="2026-09-26T01:16:13.360" v="3147" actId="255"/>
        <pc:sldMkLst>
          <pc:docMk/>
          <pc:sldMk cId="4184305661" sldId="327"/>
        </pc:sldMkLst>
        <pc:spChg chg="mod">
          <ac:chgData name="Greg Thain" userId="fb6a94ea1b602659" providerId="LiveId" clId="{E0EF8A8E-7408-4B9C-9CC5-1E272D9DB46C}" dt="2026-09-26T01:11:07.122" v="3098" actId="20577"/>
          <ac:spMkLst>
            <pc:docMk/>
            <pc:sldMk cId="4184305661" sldId="327"/>
            <ac:spMk id="2" creationId="{94AE11B2-A57C-E2FC-3C93-D8F2CCF31A48}"/>
          </ac:spMkLst>
        </pc:spChg>
        <pc:spChg chg="del">
          <ac:chgData name="Greg Thain" userId="fb6a94ea1b602659" providerId="LiveId" clId="{E0EF8A8E-7408-4B9C-9CC5-1E272D9DB46C}" dt="2026-09-26T01:13:11.749" v="3103" actId="478"/>
          <ac:spMkLst>
            <pc:docMk/>
            <pc:sldMk cId="4184305661" sldId="327"/>
            <ac:spMk id="3" creationId="{2DE8D263-FB2D-4001-4135-7B68C62FB1DE}"/>
          </ac:spMkLst>
        </pc:spChg>
        <pc:spChg chg="add mod">
          <ac:chgData name="Greg Thain" userId="fb6a94ea1b602659" providerId="LiveId" clId="{E0EF8A8E-7408-4B9C-9CC5-1E272D9DB46C}" dt="2026-09-26T01:16:13.360" v="3147" actId="255"/>
          <ac:spMkLst>
            <pc:docMk/>
            <pc:sldMk cId="4184305661" sldId="327"/>
            <ac:spMk id="5" creationId="{9484E838-1975-5510-09B5-8A483DA2F66F}"/>
          </ac:spMkLst>
        </pc:spChg>
      </pc:sldChg>
      <pc:sldChg chg="addSp delSp modSp add mod modTransition">
        <pc:chgData name="Greg Thain" userId="fb6a94ea1b602659" providerId="LiveId" clId="{E0EF8A8E-7408-4B9C-9CC5-1E272D9DB46C}" dt="2026-09-26T01:21:38.561" v="3308" actId="22"/>
        <pc:sldMkLst>
          <pc:docMk/>
          <pc:sldMk cId="2182469904" sldId="328"/>
        </pc:sldMkLst>
        <pc:spChg chg="add del">
          <ac:chgData name="Greg Thain" userId="fb6a94ea1b602659" providerId="LiveId" clId="{E0EF8A8E-7408-4B9C-9CC5-1E272D9DB46C}" dt="2026-09-26T01:21:38.561" v="3308" actId="22"/>
          <ac:spMkLst>
            <pc:docMk/>
            <pc:sldMk cId="2182469904" sldId="328"/>
            <ac:spMk id="4" creationId="{2D1358A1-F051-8503-827C-48F07D87AA55}"/>
          </ac:spMkLst>
        </pc:spChg>
        <pc:spChg chg="mod">
          <ac:chgData name="Greg Thain" userId="fb6a94ea1b602659" providerId="LiveId" clId="{E0EF8A8E-7408-4B9C-9CC5-1E272D9DB46C}" dt="2026-09-26T01:20:30.800" v="3304" actId="113"/>
          <ac:spMkLst>
            <pc:docMk/>
            <pc:sldMk cId="2182469904" sldId="328"/>
            <ac:spMk id="5" creationId="{165526EB-7644-0778-D0BC-9C2E15D84590}"/>
          </ac:spMkLst>
        </pc:spChg>
      </pc:sldChg>
      <pc:sldChg chg="modSp add mod">
        <pc:chgData name="Greg Thain" userId="fb6a94ea1b602659" providerId="LiveId" clId="{E0EF8A8E-7408-4B9C-9CC5-1E272D9DB46C}" dt="2026-09-26T01:22:16.592" v="3346" actId="20577"/>
        <pc:sldMkLst>
          <pc:docMk/>
          <pc:sldMk cId="3674399913" sldId="329"/>
        </pc:sldMkLst>
        <pc:spChg chg="mod">
          <ac:chgData name="Greg Thain" userId="fb6a94ea1b602659" providerId="LiveId" clId="{E0EF8A8E-7408-4B9C-9CC5-1E272D9DB46C}" dt="2026-09-26T01:22:03.290" v="3332" actId="20577"/>
          <ac:spMkLst>
            <pc:docMk/>
            <pc:sldMk cId="3674399913" sldId="329"/>
            <ac:spMk id="2" creationId="{E5ECCE4C-F207-9664-B93A-DB67E1DB3834}"/>
          </ac:spMkLst>
        </pc:spChg>
        <pc:spChg chg="mod">
          <ac:chgData name="Greg Thain" userId="fb6a94ea1b602659" providerId="LiveId" clId="{E0EF8A8E-7408-4B9C-9CC5-1E272D9DB46C}" dt="2026-09-26T01:22:16.592" v="3346" actId="20577"/>
          <ac:spMkLst>
            <pc:docMk/>
            <pc:sldMk cId="3674399913" sldId="329"/>
            <ac:spMk id="5" creationId="{0E169DD3-7BDE-8203-4EB5-8BDBBF541427}"/>
          </ac:spMkLst>
        </pc:spChg>
      </pc:sldChg>
      <pc:sldChg chg="modSp add mod modTransition">
        <pc:chgData name="Greg Thain" userId="fb6a94ea1b602659" providerId="LiveId" clId="{E0EF8A8E-7408-4B9C-9CC5-1E272D9DB46C}" dt="2026-09-26T01:24:32.878" v="3464" actId="20577"/>
        <pc:sldMkLst>
          <pc:docMk/>
          <pc:sldMk cId="4176394398" sldId="330"/>
        </pc:sldMkLst>
        <pc:spChg chg="mod">
          <ac:chgData name="Greg Thain" userId="fb6a94ea1b602659" providerId="LiveId" clId="{E0EF8A8E-7408-4B9C-9CC5-1E272D9DB46C}" dt="2026-09-26T01:23:43.626" v="3381" actId="20577"/>
          <ac:spMkLst>
            <pc:docMk/>
            <pc:sldMk cId="4176394398" sldId="330"/>
            <ac:spMk id="2" creationId="{CF5D2A93-9511-888F-B806-42FC90D079E4}"/>
          </ac:spMkLst>
        </pc:spChg>
        <pc:spChg chg="mod">
          <ac:chgData name="Greg Thain" userId="fb6a94ea1b602659" providerId="LiveId" clId="{E0EF8A8E-7408-4B9C-9CC5-1E272D9DB46C}" dt="2026-09-26T01:24:32.878" v="3464" actId="20577"/>
          <ac:spMkLst>
            <pc:docMk/>
            <pc:sldMk cId="4176394398" sldId="330"/>
            <ac:spMk id="5" creationId="{58EC2E4F-898F-3ED1-2A64-5EA84ECAC589}"/>
          </ac:spMkLst>
        </pc:spChg>
      </pc:sldChg>
      <pc:sldChg chg="modSp new mod">
        <pc:chgData name="Greg Thain" userId="fb6a94ea1b602659" providerId="LiveId" clId="{E0EF8A8E-7408-4B9C-9CC5-1E272D9DB46C}" dt="2026-09-26T01:26:21.057" v="3711" actId="20577"/>
        <pc:sldMkLst>
          <pc:docMk/>
          <pc:sldMk cId="2429160649" sldId="331"/>
        </pc:sldMkLst>
        <pc:spChg chg="mod">
          <ac:chgData name="Greg Thain" userId="fb6a94ea1b602659" providerId="LiveId" clId="{E0EF8A8E-7408-4B9C-9CC5-1E272D9DB46C}" dt="2026-09-26T01:25:29.333" v="3494" actId="5793"/>
          <ac:spMkLst>
            <pc:docMk/>
            <pc:sldMk cId="2429160649" sldId="331"/>
            <ac:spMk id="2" creationId="{0A8C9ECF-02D8-0C2E-08A7-37CE620E275F}"/>
          </ac:spMkLst>
        </pc:spChg>
        <pc:spChg chg="mod">
          <ac:chgData name="Greg Thain" userId="fb6a94ea1b602659" providerId="LiveId" clId="{E0EF8A8E-7408-4B9C-9CC5-1E272D9DB46C}" dt="2026-09-26T01:26:21.057" v="3711" actId="20577"/>
          <ac:spMkLst>
            <pc:docMk/>
            <pc:sldMk cId="2429160649" sldId="331"/>
            <ac:spMk id="3" creationId="{C3328100-2BD2-8B60-6425-1D859C7EC5E5}"/>
          </ac:spMkLst>
        </pc:spChg>
      </pc:sldChg>
      <pc:sldChg chg="delSp modSp new mod">
        <pc:chgData name="Greg Thain" userId="fb6a94ea1b602659" providerId="LiveId" clId="{E0EF8A8E-7408-4B9C-9CC5-1E272D9DB46C}" dt="2026-09-26T04:08:59.920" v="3807" actId="478"/>
        <pc:sldMkLst>
          <pc:docMk/>
          <pc:sldMk cId="2292950559" sldId="332"/>
        </pc:sldMkLst>
        <pc:spChg chg="mod">
          <ac:chgData name="Greg Thain" userId="fb6a94ea1b602659" providerId="LiveId" clId="{E0EF8A8E-7408-4B9C-9CC5-1E272D9DB46C}" dt="2026-09-26T01:26:58.631" v="3748" actId="20577"/>
          <ac:spMkLst>
            <pc:docMk/>
            <pc:sldMk cId="2292950559" sldId="332"/>
            <ac:spMk id="2" creationId="{CCF4F511-A5DB-AC19-27D1-2B462FC2BA4F}"/>
          </ac:spMkLst>
        </pc:spChg>
        <pc:spChg chg="del">
          <ac:chgData name="Greg Thain" userId="fb6a94ea1b602659" providerId="LiveId" clId="{E0EF8A8E-7408-4B9C-9CC5-1E272D9DB46C}" dt="2026-09-26T04:08:59.920" v="3807" actId="478"/>
          <ac:spMkLst>
            <pc:docMk/>
            <pc:sldMk cId="2292950559" sldId="332"/>
            <ac:spMk id="3" creationId="{31F10A1B-6414-176F-8751-79AF84E04D06}"/>
          </ac:spMkLst>
        </pc:spChg>
      </pc:sldChg>
      <pc:sldChg chg="modSp new mod">
        <pc:chgData name="Greg Thain" userId="fb6a94ea1b602659" providerId="LiveId" clId="{E0EF8A8E-7408-4B9C-9CC5-1E272D9DB46C}" dt="2026-09-26T01:27:18.511" v="3806" actId="20577"/>
        <pc:sldMkLst>
          <pc:docMk/>
          <pc:sldMk cId="3077034486" sldId="333"/>
        </pc:sldMkLst>
        <pc:spChg chg="mod">
          <ac:chgData name="Greg Thain" userId="fb6a94ea1b602659" providerId="LiveId" clId="{E0EF8A8E-7408-4B9C-9CC5-1E272D9DB46C}" dt="2026-09-26T01:27:10.904" v="3765" actId="20577"/>
          <ac:spMkLst>
            <pc:docMk/>
            <pc:sldMk cId="3077034486" sldId="333"/>
            <ac:spMk id="2" creationId="{8F545B0A-3B85-23F5-BBF6-36CB3C324DAE}"/>
          </ac:spMkLst>
        </pc:spChg>
        <pc:spChg chg="mod">
          <ac:chgData name="Greg Thain" userId="fb6a94ea1b602659" providerId="LiveId" clId="{E0EF8A8E-7408-4B9C-9CC5-1E272D9DB46C}" dt="2026-09-26T01:27:18.511" v="3806" actId="20577"/>
          <ac:spMkLst>
            <pc:docMk/>
            <pc:sldMk cId="3077034486" sldId="333"/>
            <ac:spMk id="3" creationId="{50DC3870-ADD4-4EF9-55BA-4EF049F0F722}"/>
          </ac:spMkLst>
        </pc:spChg>
      </pc:sldChg>
      <pc:sldChg chg="delSp modSp add mod delAnim modAnim">
        <pc:chgData name="Greg Thain" userId="fb6a94ea1b602659" providerId="LiveId" clId="{E0EF8A8E-7408-4B9C-9CC5-1E272D9DB46C}" dt="2026-09-26T04:09:55.150" v="3822"/>
        <pc:sldMkLst>
          <pc:docMk/>
          <pc:sldMk cId="4216722694" sldId="334"/>
        </pc:sldMkLst>
        <pc:spChg chg="mod">
          <ac:chgData name="Greg Thain" userId="fb6a94ea1b602659" providerId="LiveId" clId="{E0EF8A8E-7408-4B9C-9CC5-1E272D9DB46C}" dt="2026-09-26T04:09:19.247" v="3815" actId="1076"/>
          <ac:spMkLst>
            <pc:docMk/>
            <pc:sldMk cId="4216722694" sldId="334"/>
            <ac:spMk id="4" creationId="{60E55402-8F66-F3BB-3ABE-BF0D57234747}"/>
          </ac:spMkLst>
        </pc:spChg>
        <pc:spChg chg="del mod">
          <ac:chgData name="Greg Thain" userId="fb6a94ea1b602659" providerId="LiveId" clId="{E0EF8A8E-7408-4B9C-9CC5-1E272D9DB46C}" dt="2026-09-26T04:09:09.482" v="3810" actId="478"/>
          <ac:spMkLst>
            <pc:docMk/>
            <pc:sldMk cId="4216722694" sldId="334"/>
            <ac:spMk id="21" creationId="{64090139-EBCF-A874-235C-5C1B850B5E27}"/>
          </ac:spMkLst>
        </pc:spChg>
        <pc:cxnChg chg="mod">
          <ac:chgData name="Greg Thain" userId="fb6a94ea1b602659" providerId="LiveId" clId="{E0EF8A8E-7408-4B9C-9CC5-1E272D9DB46C}" dt="2026-09-26T04:09:37.086" v="3819" actId="1076"/>
          <ac:cxnSpMkLst>
            <pc:docMk/>
            <pc:sldMk cId="4216722694" sldId="334"/>
            <ac:cxnSpMk id="2" creationId="{F08ABD22-6A77-8D81-5A77-797E9615C700}"/>
          </ac:cxnSpMkLst>
        </pc:cxnChg>
        <pc:cxnChg chg="del">
          <ac:chgData name="Greg Thain" userId="fb6a94ea1b602659" providerId="LiveId" clId="{E0EF8A8E-7408-4B9C-9CC5-1E272D9DB46C}" dt="2026-09-26T04:09:24.105" v="3816" actId="478"/>
          <ac:cxnSpMkLst>
            <pc:docMk/>
            <pc:sldMk cId="4216722694" sldId="334"/>
            <ac:cxnSpMk id="11" creationId="{7C6EE4F0-5FE8-C410-3F6F-1EABDED926D9}"/>
          </ac:cxnSpMkLst>
        </pc:cxnChg>
        <pc:cxnChg chg="del">
          <ac:chgData name="Greg Thain" userId="fb6a94ea1b602659" providerId="LiveId" clId="{E0EF8A8E-7408-4B9C-9CC5-1E272D9DB46C}" dt="2026-09-26T04:09:24.105" v="3816" actId="478"/>
          <ac:cxnSpMkLst>
            <pc:docMk/>
            <pc:sldMk cId="4216722694" sldId="334"/>
            <ac:cxnSpMk id="12" creationId="{91A8525E-2E96-0257-62D6-8D747B3E089A}"/>
          </ac:cxnSpMkLst>
        </pc:cxnChg>
        <pc:cxnChg chg="mod">
          <ac:chgData name="Greg Thain" userId="fb6a94ea1b602659" providerId="LiveId" clId="{E0EF8A8E-7408-4B9C-9CC5-1E272D9DB46C}" dt="2026-09-26T04:09:32.529" v="3818" actId="1076"/>
          <ac:cxnSpMkLst>
            <pc:docMk/>
            <pc:sldMk cId="4216722694" sldId="334"/>
            <ac:cxnSpMk id="17" creationId="{7CC0F2FC-B2ED-FD4F-A4B7-A1BA68AA39FB}"/>
          </ac:cxnSpMkLst>
        </pc:cxnChg>
        <pc:cxnChg chg="del">
          <ac:chgData name="Greg Thain" userId="fb6a94ea1b602659" providerId="LiveId" clId="{E0EF8A8E-7408-4B9C-9CC5-1E272D9DB46C}" dt="2026-09-26T04:09:26.796" v="3817" actId="478"/>
          <ac:cxnSpMkLst>
            <pc:docMk/>
            <pc:sldMk cId="4216722694" sldId="334"/>
            <ac:cxnSpMk id="18" creationId="{C9890778-6739-B6B1-B6E3-DCA9BF191AAE}"/>
          </ac:cxnSpMkLst>
        </pc:cxnChg>
        <pc:cxnChg chg="del">
          <ac:chgData name="Greg Thain" userId="fb6a94ea1b602659" providerId="LiveId" clId="{E0EF8A8E-7408-4B9C-9CC5-1E272D9DB46C}" dt="2026-09-26T04:09:24.105" v="3816" actId="478"/>
          <ac:cxnSpMkLst>
            <pc:docMk/>
            <pc:sldMk cId="4216722694" sldId="334"/>
            <ac:cxnSpMk id="19" creationId="{4EA1DFDB-2F2B-636C-756C-ABE82C6E11EE}"/>
          </ac:cxnSpMkLst>
        </pc:cxnChg>
        <pc:cxnChg chg="del">
          <ac:chgData name="Greg Thain" userId="fb6a94ea1b602659" providerId="LiveId" clId="{E0EF8A8E-7408-4B9C-9CC5-1E272D9DB46C}" dt="2026-09-26T04:09:12.645" v="3811" actId="478"/>
          <ac:cxnSpMkLst>
            <pc:docMk/>
            <pc:sldMk cId="4216722694" sldId="334"/>
            <ac:cxnSpMk id="20" creationId="{D1BD6523-2EDC-2E99-E041-F2F2B47E5275}"/>
          </ac:cxnSpMkLst>
        </pc:cxnChg>
      </pc:sldChg>
      <pc:sldChg chg="delSp modSp add mod modTransition">
        <pc:chgData name="Greg Thain" userId="fb6a94ea1b602659" providerId="LiveId" clId="{E0EF8A8E-7408-4B9C-9CC5-1E272D9DB46C}" dt="2026-09-26T04:10:51.251" v="3832"/>
        <pc:sldMkLst>
          <pc:docMk/>
          <pc:sldMk cId="1292705360" sldId="335"/>
        </pc:sldMkLst>
        <pc:spChg chg="del">
          <ac:chgData name="Greg Thain" userId="fb6a94ea1b602659" providerId="LiveId" clId="{E0EF8A8E-7408-4B9C-9CC5-1E272D9DB46C}" dt="2026-09-26T04:10:14.558" v="3824" actId="478"/>
          <ac:spMkLst>
            <pc:docMk/>
            <pc:sldMk cId="1292705360" sldId="335"/>
            <ac:spMk id="5" creationId="{D8BA782D-95D1-9462-27CD-8477AD12C717}"/>
          </ac:spMkLst>
        </pc:spChg>
        <pc:cxnChg chg="del">
          <ac:chgData name="Greg Thain" userId="fb6a94ea1b602659" providerId="LiveId" clId="{E0EF8A8E-7408-4B9C-9CC5-1E272D9DB46C}" dt="2026-09-26T04:10:16.162" v="3825" actId="478"/>
          <ac:cxnSpMkLst>
            <pc:docMk/>
            <pc:sldMk cId="1292705360" sldId="335"/>
            <ac:cxnSpMk id="2" creationId="{DBE9811E-D57F-B034-A9DB-61BDBC4AC328}"/>
          </ac:cxnSpMkLst>
        </pc:cxnChg>
        <pc:cxnChg chg="del">
          <ac:chgData name="Greg Thain" userId="fb6a94ea1b602659" providerId="LiveId" clId="{E0EF8A8E-7408-4B9C-9CC5-1E272D9DB46C}" dt="2026-09-26T04:10:18.302" v="3826" actId="478"/>
          <ac:cxnSpMkLst>
            <pc:docMk/>
            <pc:sldMk cId="1292705360" sldId="335"/>
            <ac:cxnSpMk id="10" creationId="{F8B61E9A-A4A2-DCC5-FD7D-061830DF14B7}"/>
          </ac:cxnSpMkLst>
        </pc:cxnChg>
        <pc:cxnChg chg="mod">
          <ac:chgData name="Greg Thain" userId="fb6a94ea1b602659" providerId="LiveId" clId="{E0EF8A8E-7408-4B9C-9CC5-1E272D9DB46C}" dt="2026-09-26T04:10:38.620" v="3830" actId="14100"/>
          <ac:cxnSpMkLst>
            <pc:docMk/>
            <pc:sldMk cId="1292705360" sldId="335"/>
            <ac:cxnSpMk id="17" creationId="{CFD51506-C3FC-0648-4FCB-26413EC43B6D}"/>
          </ac:cxnSpMkLst>
        </pc:cxnChg>
      </pc:sldChg>
      <pc:sldChg chg="addSp modSp add mod">
        <pc:chgData name="Greg Thain" userId="fb6a94ea1b602659" providerId="LiveId" clId="{E0EF8A8E-7408-4B9C-9CC5-1E272D9DB46C}" dt="2026-09-26T04:12:03.357" v="3896" actId="14100"/>
        <pc:sldMkLst>
          <pc:docMk/>
          <pc:sldMk cId="3314050061" sldId="336"/>
        </pc:sldMkLst>
        <pc:spChg chg="add mod">
          <ac:chgData name="Greg Thain" userId="fb6a94ea1b602659" providerId="LiveId" clId="{E0EF8A8E-7408-4B9C-9CC5-1E272D9DB46C}" dt="2026-09-26T04:12:03.357" v="3896" actId="14100"/>
          <ac:spMkLst>
            <pc:docMk/>
            <pc:sldMk cId="3314050061" sldId="336"/>
            <ac:spMk id="2" creationId="{9516C5C2-5159-E1DE-DD54-F66F448F636B}"/>
          </ac:spMkLst>
        </pc:spChg>
      </pc:sldChg>
      <pc:sldChg chg="modSp add mod">
        <pc:chgData name="Greg Thain" userId="fb6a94ea1b602659" providerId="LiveId" clId="{E0EF8A8E-7408-4B9C-9CC5-1E272D9DB46C}" dt="2026-09-26T04:15:40.514" v="4104" actId="20577"/>
        <pc:sldMkLst>
          <pc:docMk/>
          <pc:sldMk cId="2088895298" sldId="337"/>
        </pc:sldMkLst>
        <pc:spChg chg="mod">
          <ac:chgData name="Greg Thain" userId="fb6a94ea1b602659" providerId="LiveId" clId="{E0EF8A8E-7408-4B9C-9CC5-1E272D9DB46C}" dt="2026-09-26T04:15:40.514" v="4104" actId="20577"/>
          <ac:spMkLst>
            <pc:docMk/>
            <pc:sldMk cId="2088895298" sldId="337"/>
            <ac:spMk id="2" creationId="{FCC061EE-00F3-3C9F-2B4E-9F3E11CB741A}"/>
          </ac:spMkLst>
        </pc:spChg>
        <pc:spChg chg="mod">
          <ac:chgData name="Greg Thain" userId="fb6a94ea1b602659" providerId="LiveId" clId="{E0EF8A8E-7408-4B9C-9CC5-1E272D9DB46C}" dt="2026-09-26T04:15:24.737" v="4058" actId="1076"/>
          <ac:spMkLst>
            <pc:docMk/>
            <pc:sldMk cId="2088895298" sldId="337"/>
            <ac:spMk id="4" creationId="{B9758D0B-7153-DCA2-60B1-B4B62F6A9E3E}"/>
          </ac:spMkLst>
        </pc:spChg>
        <pc:spChg chg="mod">
          <ac:chgData name="Greg Thain" userId="fb6a94ea1b602659" providerId="LiveId" clId="{E0EF8A8E-7408-4B9C-9CC5-1E272D9DB46C}" dt="2026-09-26T04:15:24.737" v="4058" actId="1076"/>
          <ac:spMkLst>
            <pc:docMk/>
            <pc:sldMk cId="2088895298" sldId="337"/>
            <ac:spMk id="6" creationId="{920B644D-C6FC-DD48-3DC1-14ED1686F999}"/>
          </ac:spMkLst>
        </pc:spChg>
        <pc:cxnChg chg="mod">
          <ac:chgData name="Greg Thain" userId="fb6a94ea1b602659" providerId="LiveId" clId="{E0EF8A8E-7408-4B9C-9CC5-1E272D9DB46C}" dt="2026-09-26T04:15:24.737" v="4058" actId="1076"/>
          <ac:cxnSpMkLst>
            <pc:docMk/>
            <pc:sldMk cId="2088895298" sldId="337"/>
            <ac:cxnSpMk id="17" creationId="{3F86DD06-1E96-6FDD-9B2F-A26146127076}"/>
          </ac:cxnSpMkLst>
        </pc:cxnChg>
      </pc:sldChg>
      <pc:sldChg chg="add">
        <pc:chgData name="Greg Thain" userId="fb6a94ea1b602659" providerId="LiveId" clId="{E0EF8A8E-7408-4B9C-9CC5-1E272D9DB46C}" dt="2026-09-26T04:16:26.706" v="4105"/>
        <pc:sldMkLst>
          <pc:docMk/>
          <pc:sldMk cId="2511455806" sldId="338"/>
        </pc:sldMkLst>
      </pc:sldChg>
      <pc:sldChg chg="addSp delSp modSp add mod modTransition modAnim">
        <pc:chgData name="Greg Thain" userId="fb6a94ea1b602659" providerId="LiveId" clId="{E0EF8A8E-7408-4B9C-9CC5-1E272D9DB46C}" dt="2026-09-26T04:25:25.460" v="4269"/>
        <pc:sldMkLst>
          <pc:docMk/>
          <pc:sldMk cId="3207164273" sldId="339"/>
        </pc:sldMkLst>
        <pc:spChg chg="del mod">
          <ac:chgData name="Greg Thain" userId="fb6a94ea1b602659" providerId="LiveId" clId="{E0EF8A8E-7408-4B9C-9CC5-1E272D9DB46C}" dt="2026-09-26T04:18:56.106" v="4109" actId="478"/>
          <ac:spMkLst>
            <pc:docMk/>
            <pc:sldMk cId="3207164273" sldId="339"/>
            <ac:spMk id="4" creationId="{D426AC73-9E6A-7777-B7E7-9873B7BEEF44}"/>
          </ac:spMkLst>
        </pc:spChg>
        <pc:spChg chg="del">
          <ac:chgData name="Greg Thain" userId="fb6a94ea1b602659" providerId="LiveId" clId="{E0EF8A8E-7408-4B9C-9CC5-1E272D9DB46C}" dt="2026-09-26T04:19:03.040" v="4110" actId="478"/>
          <ac:spMkLst>
            <pc:docMk/>
            <pc:sldMk cId="3207164273" sldId="339"/>
            <ac:spMk id="5" creationId="{9DD45C7E-540C-94A5-1767-005A88845F91}"/>
          </ac:spMkLst>
        </pc:spChg>
        <pc:spChg chg="mod">
          <ac:chgData name="Greg Thain" userId="fb6a94ea1b602659" providerId="LiveId" clId="{E0EF8A8E-7408-4B9C-9CC5-1E272D9DB46C}" dt="2026-09-26T04:19:17.623" v="4113" actId="14100"/>
          <ac:spMkLst>
            <pc:docMk/>
            <pc:sldMk cId="3207164273" sldId="339"/>
            <ac:spMk id="6" creationId="{49552010-D52B-C78E-5D82-F2F5F44F2CEE}"/>
          </ac:spMkLst>
        </pc:spChg>
        <pc:spChg chg="add mod">
          <ac:chgData name="Greg Thain" userId="fb6a94ea1b602659" providerId="LiveId" clId="{E0EF8A8E-7408-4B9C-9CC5-1E272D9DB46C}" dt="2026-09-26T04:21:52.363" v="4144" actId="255"/>
          <ac:spMkLst>
            <pc:docMk/>
            <pc:sldMk cId="3207164273" sldId="339"/>
            <ac:spMk id="11" creationId="{39C04C99-06AB-E937-07D6-EB8A66432567}"/>
          </ac:spMkLst>
        </pc:spChg>
        <pc:spChg chg="add mod">
          <ac:chgData name="Greg Thain" userId="fb6a94ea1b602659" providerId="LiveId" clId="{E0EF8A8E-7408-4B9C-9CC5-1E272D9DB46C}" dt="2026-09-26T04:22:29.917" v="4169" actId="1076"/>
          <ac:spMkLst>
            <pc:docMk/>
            <pc:sldMk cId="3207164273" sldId="339"/>
            <ac:spMk id="13" creationId="{C584C797-2948-DA8E-049D-D1C20254F444}"/>
          </ac:spMkLst>
        </pc:spChg>
        <pc:spChg chg="add mod">
          <ac:chgData name="Greg Thain" userId="fb6a94ea1b602659" providerId="LiveId" clId="{E0EF8A8E-7408-4B9C-9CC5-1E272D9DB46C}" dt="2026-09-26T04:24:48.204" v="4266" actId="14100"/>
          <ac:spMkLst>
            <pc:docMk/>
            <pc:sldMk cId="3207164273" sldId="339"/>
            <ac:spMk id="14" creationId="{9E20B861-9722-8FB2-832D-E444A9F5C650}"/>
          </ac:spMkLst>
        </pc:spChg>
        <pc:picChg chg="add mod">
          <ac:chgData name="Greg Thain" userId="fb6a94ea1b602659" providerId="LiveId" clId="{E0EF8A8E-7408-4B9C-9CC5-1E272D9DB46C}" dt="2026-09-26T04:20:59.407" v="4122" actId="1076"/>
          <ac:picMkLst>
            <pc:docMk/>
            <pc:sldMk cId="3207164273" sldId="339"/>
            <ac:picMk id="7" creationId="{3C273C7D-3416-541D-21E8-836EB173AA5B}"/>
          </ac:picMkLst>
        </pc:picChg>
        <pc:picChg chg="add mod">
          <ac:chgData name="Greg Thain" userId="fb6a94ea1b602659" providerId="LiveId" clId="{E0EF8A8E-7408-4B9C-9CC5-1E272D9DB46C}" dt="2026-09-26T04:20:56.379" v="4121" actId="1076"/>
          <ac:picMkLst>
            <pc:docMk/>
            <pc:sldMk cId="3207164273" sldId="339"/>
            <ac:picMk id="9" creationId="{DD3B5880-34AE-7B18-F34C-EEC4806F2C69}"/>
          </ac:picMkLst>
        </pc:picChg>
        <pc:cxnChg chg="del">
          <ac:chgData name="Greg Thain" userId="fb6a94ea1b602659" providerId="LiveId" clId="{E0EF8A8E-7408-4B9C-9CC5-1E272D9DB46C}" dt="2026-09-26T04:19:03.040" v="4110" actId="478"/>
          <ac:cxnSpMkLst>
            <pc:docMk/>
            <pc:sldMk cId="3207164273" sldId="339"/>
            <ac:cxnSpMk id="2" creationId="{5E869FB4-C089-2D1B-00B7-77233F25C2FE}"/>
          </ac:cxnSpMkLst>
        </pc:cxnChg>
        <pc:cxnChg chg="del">
          <ac:chgData name="Greg Thain" userId="fb6a94ea1b602659" providerId="LiveId" clId="{E0EF8A8E-7408-4B9C-9CC5-1E272D9DB46C}" dt="2026-09-26T04:19:05.395" v="4111" actId="478"/>
          <ac:cxnSpMkLst>
            <pc:docMk/>
            <pc:sldMk cId="3207164273" sldId="339"/>
            <ac:cxnSpMk id="10" creationId="{0D1C15F6-19B9-B215-59D7-B20DF2AA54FE}"/>
          </ac:cxnSpMkLst>
        </pc:cxnChg>
        <pc:cxnChg chg="del">
          <ac:chgData name="Greg Thain" userId="fb6a94ea1b602659" providerId="LiveId" clId="{E0EF8A8E-7408-4B9C-9CC5-1E272D9DB46C}" dt="2026-09-26T04:19:03.040" v="4110" actId="478"/>
          <ac:cxnSpMkLst>
            <pc:docMk/>
            <pc:sldMk cId="3207164273" sldId="339"/>
            <ac:cxnSpMk id="17" creationId="{C529A464-98E6-CAFD-A8CD-DB6641962CC4}"/>
          </ac:cxnSpMkLst>
        </pc:cxnChg>
      </pc:sldChg>
      <pc:sldChg chg="addSp delSp modSp add mod delAnim modAnim">
        <pc:chgData name="Greg Thain" userId="fb6a94ea1b602659" providerId="LiveId" clId="{E0EF8A8E-7408-4B9C-9CC5-1E272D9DB46C}" dt="2026-09-26T04:28:12.630" v="4318"/>
        <pc:sldMkLst>
          <pc:docMk/>
          <pc:sldMk cId="62396256" sldId="340"/>
        </pc:sldMkLst>
        <pc:spChg chg="add">
          <ac:chgData name="Greg Thain" userId="fb6a94ea1b602659" providerId="LiveId" clId="{E0EF8A8E-7408-4B9C-9CC5-1E272D9DB46C}" dt="2026-09-26T04:26:38.745" v="4278" actId="22"/>
          <ac:spMkLst>
            <pc:docMk/>
            <pc:sldMk cId="62396256" sldId="340"/>
            <ac:spMk id="5" creationId="{A046E4CF-0414-446A-6830-5E73EE2C8FE3}"/>
          </ac:spMkLst>
        </pc:spChg>
        <pc:spChg chg="add mod">
          <ac:chgData name="Greg Thain" userId="fb6a94ea1b602659" providerId="LiveId" clId="{E0EF8A8E-7408-4B9C-9CC5-1E272D9DB46C}" dt="2026-09-26T04:28:00.540" v="4316" actId="20577"/>
          <ac:spMkLst>
            <pc:docMk/>
            <pc:sldMk cId="62396256" sldId="340"/>
            <ac:spMk id="10" creationId="{4CB37F4D-CAFA-660A-99A4-8636FA69F0FE}"/>
          </ac:spMkLst>
        </pc:spChg>
        <pc:spChg chg="mod">
          <ac:chgData name="Greg Thain" userId="fb6a94ea1b602659" providerId="LiveId" clId="{E0EF8A8E-7408-4B9C-9CC5-1E272D9DB46C}" dt="2026-09-26T04:26:25.818" v="4276" actId="1076"/>
          <ac:spMkLst>
            <pc:docMk/>
            <pc:sldMk cId="62396256" sldId="340"/>
            <ac:spMk id="11" creationId="{61909D47-66E3-13C1-4380-D15A0AF7DB67}"/>
          </ac:spMkLst>
        </pc:spChg>
        <pc:spChg chg="add del mod">
          <ac:chgData name="Greg Thain" userId="fb6a94ea1b602659" providerId="LiveId" clId="{E0EF8A8E-7408-4B9C-9CC5-1E272D9DB46C}" dt="2026-09-26T04:27:09.748" v="4286" actId="478"/>
          <ac:spMkLst>
            <pc:docMk/>
            <pc:sldMk cId="62396256" sldId="340"/>
            <ac:spMk id="13" creationId="{878571CA-1E3B-1A56-1E3E-CD82ED4EB42F}"/>
          </ac:spMkLst>
        </pc:spChg>
        <pc:spChg chg="del">
          <ac:chgData name="Greg Thain" userId="fb6a94ea1b602659" providerId="LiveId" clId="{E0EF8A8E-7408-4B9C-9CC5-1E272D9DB46C}" dt="2026-09-26T04:25:54.382" v="4271" actId="478"/>
          <ac:spMkLst>
            <pc:docMk/>
            <pc:sldMk cId="62396256" sldId="340"/>
            <ac:spMk id="14" creationId="{0A41CBBC-43C5-96CB-BBC6-A1024E1AAB49}"/>
          </ac:spMkLst>
        </pc:spChg>
        <pc:picChg chg="add">
          <ac:chgData name="Greg Thain" userId="fb6a94ea1b602659" providerId="LiveId" clId="{E0EF8A8E-7408-4B9C-9CC5-1E272D9DB46C}" dt="2026-09-26T04:26:38.745" v="4278" actId="22"/>
          <ac:picMkLst>
            <pc:docMk/>
            <pc:sldMk cId="62396256" sldId="340"/>
            <ac:picMk id="3" creationId="{344DBCB1-0D9D-2FA0-478A-E7DF9806FBD2}"/>
          </ac:picMkLst>
        </pc:picChg>
        <pc:picChg chg="mod">
          <ac:chgData name="Greg Thain" userId="fb6a94ea1b602659" providerId="LiveId" clId="{E0EF8A8E-7408-4B9C-9CC5-1E272D9DB46C}" dt="2026-09-26T04:26:25.818" v="4276" actId="1076"/>
          <ac:picMkLst>
            <pc:docMk/>
            <pc:sldMk cId="62396256" sldId="340"/>
            <ac:picMk id="7" creationId="{0DF826B0-FB94-B0BB-123B-55E1E06D5276}"/>
          </ac:picMkLst>
        </pc:picChg>
        <pc:picChg chg="add del mod">
          <ac:chgData name="Greg Thain" userId="fb6a94ea1b602659" providerId="LiveId" clId="{E0EF8A8E-7408-4B9C-9CC5-1E272D9DB46C}" dt="2026-09-26T04:27:03.903" v="4285" actId="478"/>
          <ac:picMkLst>
            <pc:docMk/>
            <pc:sldMk cId="62396256" sldId="340"/>
            <ac:picMk id="9" creationId="{A959483C-BF95-217B-6AA4-917A4B9182AF}"/>
          </ac:picMkLst>
        </pc:picChg>
      </pc:sldChg>
      <pc:sldChg chg="modSp new mod">
        <pc:chgData name="Greg Thain" userId="fb6a94ea1b602659" providerId="LiveId" clId="{E0EF8A8E-7408-4B9C-9CC5-1E272D9DB46C}" dt="2026-09-26T04:29:54.099" v="4607" actId="20577"/>
        <pc:sldMkLst>
          <pc:docMk/>
          <pc:sldMk cId="3998986599" sldId="341"/>
        </pc:sldMkLst>
        <pc:spChg chg="mod">
          <ac:chgData name="Greg Thain" userId="fb6a94ea1b602659" providerId="LiveId" clId="{E0EF8A8E-7408-4B9C-9CC5-1E272D9DB46C}" dt="2026-09-26T04:28:44.308" v="4340" actId="20577"/>
          <ac:spMkLst>
            <pc:docMk/>
            <pc:sldMk cId="3998986599" sldId="341"/>
            <ac:spMk id="2" creationId="{4D018A51-A54B-9724-2330-00CCED53F0A4}"/>
          </ac:spMkLst>
        </pc:spChg>
        <pc:spChg chg="mod">
          <ac:chgData name="Greg Thain" userId="fb6a94ea1b602659" providerId="LiveId" clId="{E0EF8A8E-7408-4B9C-9CC5-1E272D9DB46C}" dt="2026-09-26T04:29:54.099" v="4607" actId="20577"/>
          <ac:spMkLst>
            <pc:docMk/>
            <pc:sldMk cId="3998986599" sldId="341"/>
            <ac:spMk id="3" creationId="{7B9C5F9B-9295-A056-66B7-B86D9EA44024}"/>
          </ac:spMkLst>
        </pc:spChg>
      </pc:sldChg>
      <pc:sldChg chg="modSp new mod">
        <pc:chgData name="Greg Thain" userId="fb6a94ea1b602659" providerId="LiveId" clId="{E0EF8A8E-7408-4B9C-9CC5-1E272D9DB46C}" dt="2026-09-26T04:30:58.102" v="4829" actId="5793"/>
        <pc:sldMkLst>
          <pc:docMk/>
          <pc:sldMk cId="4037529153" sldId="342"/>
        </pc:sldMkLst>
        <pc:spChg chg="mod">
          <ac:chgData name="Greg Thain" userId="fb6a94ea1b602659" providerId="LiveId" clId="{E0EF8A8E-7408-4B9C-9CC5-1E272D9DB46C}" dt="2026-09-26T04:30:18.975" v="4634" actId="20577"/>
          <ac:spMkLst>
            <pc:docMk/>
            <pc:sldMk cId="4037529153" sldId="342"/>
            <ac:spMk id="2" creationId="{9A12C07B-AEDC-624C-DE99-F730336CDB68}"/>
          </ac:spMkLst>
        </pc:spChg>
        <pc:spChg chg="mod">
          <ac:chgData name="Greg Thain" userId="fb6a94ea1b602659" providerId="LiveId" clId="{E0EF8A8E-7408-4B9C-9CC5-1E272D9DB46C}" dt="2026-09-26T04:30:58.102" v="4829" actId="5793"/>
          <ac:spMkLst>
            <pc:docMk/>
            <pc:sldMk cId="4037529153" sldId="342"/>
            <ac:spMk id="3" creationId="{97583D14-0305-055F-285F-58A4764AD3A6}"/>
          </ac:spMkLst>
        </pc:spChg>
      </pc:sldChg>
      <pc:sldChg chg="addSp delSp modSp add mod modAnim">
        <pc:chgData name="Greg Thain" userId="fb6a94ea1b602659" providerId="LiveId" clId="{E0EF8A8E-7408-4B9C-9CC5-1E272D9DB46C}" dt="2026-09-27T03:02:38.294" v="4984"/>
        <pc:sldMkLst>
          <pc:docMk/>
          <pc:sldMk cId="4087751079" sldId="343"/>
        </pc:sldMkLst>
        <pc:spChg chg="mod">
          <ac:chgData name="Greg Thain" userId="fb6a94ea1b602659" providerId="LiveId" clId="{E0EF8A8E-7408-4B9C-9CC5-1E272D9DB46C}" dt="2026-09-27T02:23:12.653" v="4839" actId="1076"/>
          <ac:spMkLst>
            <pc:docMk/>
            <pc:sldMk cId="4087751079" sldId="343"/>
            <ac:spMk id="5" creationId="{962D5BE7-7C7E-6EC7-DA7A-5AAB4DE9F6E0}"/>
          </ac:spMkLst>
        </pc:spChg>
        <pc:spChg chg="del">
          <ac:chgData name="Greg Thain" userId="fb6a94ea1b602659" providerId="LiveId" clId="{E0EF8A8E-7408-4B9C-9CC5-1E272D9DB46C}" dt="2026-09-27T02:23:05.247" v="4837" actId="478"/>
          <ac:spMkLst>
            <pc:docMk/>
            <pc:sldMk cId="4087751079" sldId="343"/>
            <ac:spMk id="6" creationId="{8FC49803-50A7-AEC2-F5AC-BD48EE417262}"/>
          </ac:spMkLst>
        </pc:spChg>
        <pc:spChg chg="add mod">
          <ac:chgData name="Greg Thain" userId="fb6a94ea1b602659" providerId="LiveId" clId="{E0EF8A8E-7408-4B9C-9CC5-1E272D9DB46C}" dt="2026-09-27T02:36:43.354" v="4889" actId="1076"/>
          <ac:spMkLst>
            <pc:docMk/>
            <pc:sldMk cId="4087751079" sldId="343"/>
            <ac:spMk id="8" creationId="{9E279233-0E84-3CC0-61B8-17EE356EA3D7}"/>
          </ac:spMkLst>
        </pc:spChg>
        <pc:spChg chg="add mod">
          <ac:chgData name="Greg Thain" userId="fb6a94ea1b602659" providerId="LiveId" clId="{E0EF8A8E-7408-4B9C-9CC5-1E272D9DB46C}" dt="2026-09-27T02:36:39.234" v="4887" actId="1076"/>
          <ac:spMkLst>
            <pc:docMk/>
            <pc:sldMk cId="4087751079" sldId="343"/>
            <ac:spMk id="11" creationId="{5458E18F-A0AD-5750-2FC5-3B01F87B6F66}"/>
          </ac:spMkLst>
        </pc:spChg>
        <pc:spChg chg="add mod">
          <ac:chgData name="Greg Thain" userId="fb6a94ea1b602659" providerId="LiveId" clId="{E0EF8A8E-7408-4B9C-9CC5-1E272D9DB46C}" dt="2026-09-27T02:36:41.757" v="4888" actId="1076"/>
          <ac:spMkLst>
            <pc:docMk/>
            <pc:sldMk cId="4087751079" sldId="343"/>
            <ac:spMk id="13" creationId="{45FC7920-CEAA-2814-AA2F-D90369C2F671}"/>
          </ac:spMkLst>
        </pc:spChg>
        <pc:spChg chg="add mod ord">
          <ac:chgData name="Greg Thain" userId="fb6a94ea1b602659" providerId="LiveId" clId="{E0EF8A8E-7408-4B9C-9CC5-1E272D9DB46C}" dt="2026-09-27T02:42:45.785" v="4927" actId="166"/>
          <ac:spMkLst>
            <pc:docMk/>
            <pc:sldMk cId="4087751079" sldId="343"/>
            <ac:spMk id="15" creationId="{F0A9E775-7BBA-A7DD-072B-F438BD151BC2}"/>
          </ac:spMkLst>
        </pc:spChg>
        <pc:spChg chg="add mod">
          <ac:chgData name="Greg Thain" userId="fb6a94ea1b602659" providerId="LiveId" clId="{E0EF8A8E-7408-4B9C-9CC5-1E272D9DB46C}" dt="2026-09-27T03:02:29.570" v="4982" actId="1076"/>
          <ac:spMkLst>
            <pc:docMk/>
            <pc:sldMk cId="4087751079" sldId="343"/>
            <ac:spMk id="18" creationId="{4B4ED487-6C13-C9B4-AD0C-E65DBB8347D4}"/>
          </ac:spMkLst>
        </pc:spChg>
        <pc:graphicFrameChg chg="add mod modGraphic">
          <ac:chgData name="Greg Thain" userId="fb6a94ea1b602659" providerId="LiveId" clId="{E0EF8A8E-7408-4B9C-9CC5-1E272D9DB46C}" dt="2026-09-27T02:27:04.707" v="4855" actId="1076"/>
          <ac:graphicFrameMkLst>
            <pc:docMk/>
            <pc:sldMk cId="4087751079" sldId="343"/>
            <ac:graphicFrameMk id="3" creationId="{223E5353-536A-87E4-B0D1-6806CF6961CF}"/>
          </ac:graphicFrameMkLst>
        </pc:graphicFrameChg>
        <pc:graphicFrameChg chg="add mod modGraphic">
          <ac:chgData name="Greg Thain" userId="fb6a94ea1b602659" providerId="LiveId" clId="{E0EF8A8E-7408-4B9C-9CC5-1E272D9DB46C}" dt="2026-09-27T02:37:49.929" v="4909" actId="1076"/>
          <ac:graphicFrameMkLst>
            <pc:docMk/>
            <pc:sldMk cId="4087751079" sldId="343"/>
            <ac:graphicFrameMk id="16" creationId="{0109E7D8-932C-FBC7-D852-319076859AF2}"/>
          </ac:graphicFrameMkLst>
        </pc:graphicFrameChg>
        <pc:cxnChg chg="del">
          <ac:chgData name="Greg Thain" userId="fb6a94ea1b602659" providerId="LiveId" clId="{E0EF8A8E-7408-4B9C-9CC5-1E272D9DB46C}" dt="2026-09-27T02:23:08.120" v="4838" actId="478"/>
          <ac:cxnSpMkLst>
            <pc:docMk/>
            <pc:sldMk cId="4087751079" sldId="343"/>
            <ac:cxnSpMk id="2" creationId="{7A267434-F75E-2DBF-22C2-CA9029C03355}"/>
          </ac:cxnSpMkLst>
        </pc:cxnChg>
        <pc:cxnChg chg="del">
          <ac:chgData name="Greg Thain" userId="fb6a94ea1b602659" providerId="LiveId" clId="{E0EF8A8E-7408-4B9C-9CC5-1E272D9DB46C}" dt="2026-09-27T02:23:00.601" v="4835" actId="478"/>
          <ac:cxnSpMkLst>
            <pc:docMk/>
            <pc:sldMk cId="4087751079" sldId="343"/>
            <ac:cxnSpMk id="10" creationId="{44293ECA-D7C0-6CDA-3326-CFC5AA1FC489}"/>
          </ac:cxnSpMkLst>
        </pc:cxnChg>
        <pc:cxnChg chg="del">
          <ac:chgData name="Greg Thain" userId="fb6a94ea1b602659" providerId="LiveId" clId="{E0EF8A8E-7408-4B9C-9CC5-1E272D9DB46C}" dt="2026-09-27T02:23:02.760" v="4836" actId="478"/>
          <ac:cxnSpMkLst>
            <pc:docMk/>
            <pc:sldMk cId="4087751079" sldId="343"/>
            <ac:cxnSpMk id="17" creationId="{0820D6B2-8DFF-F675-F003-0F94899FB96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19F78-97A9-4B6B-8B13-12E5BED7718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3EFD8-43C2-444F-9ABE-E15DFA4B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DE668-1C34-46D8-8C87-45DBD7915FB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0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Watching OCUs
- htcondor ocu query: each OCU's id, name, owner, state (U unclaimed, I idle, R running), size, and activations.
- htcondor ocu status: per owner, OCUClaimed, OCUClaimedBorrowed, OCUWantedJobs, OCURunningJobs.
- The submitter ad carries OCUClaimsClaimed, OCUClaimsBorrowed, OCURunningJobs and OCUWantedJobs.
- htcondor ap claims shows the source of each claim: Negotiator, DirectAttach or OCU.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may run on an OCU (qmgmt.cpp matching rules)
- Your own OCU runs only your jobs marked +OCUWanted = True.
- Someone else's OCU runs only jobs marked +OCUWilling = True.
- An OCUWanted job never runs on an ordinary slot.
- Ownership check: RemoteOwner equals the job's owner, or the job's project matches the OCU's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0031-0DFD-B9D2-BD68-C8CFABC54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D8CFE-7039-F737-0CF9-3314AEE3A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3D906-1914-9738-E86D-EBB2D20B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BDE41-6CF5-9362-4B3B-14B15D2A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F736-4E03-6EF1-AD07-6EC5A564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8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46CB-0BF6-65C1-0F4C-63965F2D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F8BE5-9B5E-C0C5-9263-91F8461B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E3719-4249-CE76-0AB5-91DBF190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C7A25-7EAB-B214-EDDE-F7874944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2C96-09CE-E5A3-4F88-838F4EED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F50A-1403-B3EB-EC8C-32483CD5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82F9F-9E9D-ACCF-91AC-13C6D208D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E85E-2780-A9CB-7278-FDE732B4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13573-6DA4-DD37-20C7-1C684E33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A863-CF08-49D1-7718-ED4C5ADE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4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2708-959A-C3A9-D7C1-D4657C85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44399-EEB4-F8B1-A668-EDCB5FCCD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533BF-50F7-6762-2EB1-FE60A47AD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BB2C7-E9FC-2739-A565-D388238C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255FB-7AFB-5D67-7D2A-F3215A4C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0A159-3A38-5529-A1AD-CCD0C402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2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9BBD-63A7-E36B-5F3A-EAA36344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3354C-3B55-9CE2-9914-7AF16E12D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E38BB-1752-072A-91D5-A481631D0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34AE8C-ED8F-FE4B-7D3D-FFF8823D6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54C48-9B43-D14C-6B6E-E51751DE8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B9862-5A1F-A18F-3F29-FDA3FC6D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4F033-4EA8-5537-8702-F6A7CFA4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E1D28-9F86-C7F0-7EAD-BA09EC5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6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A965-30B3-50A9-AFB1-93660D1B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23440-D0B8-C6A5-1318-90B88681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631F4-39C2-D2DA-9F75-7AC50B18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A756C-F30F-7F63-0415-E55C528C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D8CE7-22FB-8BC0-4EC4-96061BFE5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18A06-4F8F-42E6-C06D-3E8FE82D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6C3F-3619-61BE-81D3-CBC4F6AC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1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F3AA-F8B5-F94C-5D45-102736A5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4DEB-34DA-5ED8-5B3B-888E7C88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3D434-7C36-2812-75C1-03D61FF27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2CFD2-676E-4374-1818-83C9D95D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6C592-A4AE-9D94-7BFF-4B6F25D9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1A70C-F2A3-E9AA-7136-266AA5E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0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671F-0B2E-6001-03EF-BC2617EF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73F12-0958-D32A-7DB7-678E4E056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8EFBD-3D5C-BEB3-C1A3-58F98355B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FE2FD-7680-CC96-EEBE-4D538A77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4A3C-CC54-33F3-7C98-F46FE909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036B5-2DE4-B0F1-438A-90824442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05C5-184C-DAE9-ADDE-D6B4BE49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6C483-8F4B-4573-8CB0-67B9A7980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65D77-3954-0510-887B-5077FA63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A329-C923-2B20-D945-E361F348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E7DDA-76FF-B419-7202-945A537C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3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A2930-22B3-6B48-ABA7-7920ABFBA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513DC-C05B-0417-99A0-5707DBC9A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B956F-133B-D98F-E131-F47E428B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6630E-6F5E-1386-89F6-CF0C7C4C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24CFF-47DF-F855-0859-E2096CAE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37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89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06293-C462-EB57-1532-F686750D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3799A-F0CA-0F99-903E-34C5C1A08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D086-9554-9FC9-8CA8-F22C42855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1C732-3B8F-4864-84B9-1694D5AD9BE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CD23A-A95A-B59D-1F0D-99DBC02FF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27884-DD5D-16AD-5882-B7F2A689C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A3553-5593-43A6-B8D1-6F3A0C48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3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4000" b="-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47855"/>
            <a:ext cx="5292436" cy="1510145"/>
          </a:xfrm>
          <a:noFill/>
        </p:spPr>
        <p:txBody>
          <a:bodyPr>
            <a:normAutofit fontScale="90000"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AP Scheduling</a:t>
            </a:r>
            <a:b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Greg Thain</a:t>
            </a:r>
          </a:p>
        </p:txBody>
      </p:sp>
    </p:spTree>
    <p:extLst>
      <p:ext uri="{BB962C8B-B14F-4D97-AF65-F5344CB8AC3E}">
        <p14:creationId xmlns:p14="http://schemas.microsoft.com/office/powerpoint/2010/main" val="140976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83C3-FFA2-1F81-C3BE-53E700EC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new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0108F-4E3A-E613-2A21-398F99E3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Owner Capacity Units (OCUs)</a:t>
            </a:r>
          </a:p>
          <a:p>
            <a:r>
              <a:rPr lang="en-US" dirty="0"/>
              <a:t>Slot Bundles</a:t>
            </a:r>
          </a:p>
          <a:p>
            <a:r>
              <a:rPr lang="en-US" dirty="0"/>
              <a:t>AP Controllers</a:t>
            </a:r>
          </a:p>
        </p:txBody>
      </p:sp>
    </p:spTree>
    <p:extLst>
      <p:ext uri="{BB962C8B-B14F-4D97-AF65-F5344CB8AC3E}">
        <p14:creationId xmlns:p14="http://schemas.microsoft.com/office/powerpoint/2010/main" val="632263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E1382-26FE-B89C-F889-9B8A12F13420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6160ADF5-7D84-184C-D3D7-9D8E3DCB8352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D39E41D-ACF4-8ADC-073A-64CC4A51654E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10B1D8-CC10-63C2-CD5A-77E58D9A70BA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AC166BB-A73E-09A6-312D-66014C14FC2C}"/>
              </a:ext>
            </a:extLst>
          </p:cNvPr>
          <p:cNvCxnSpPr>
            <a:cxnSpLocks/>
          </p:cNvCxnSpPr>
          <p:nvPr/>
        </p:nvCxnSpPr>
        <p:spPr>
          <a:xfrm flipH="1">
            <a:off x="2424545" y="1953087"/>
            <a:ext cx="326967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EB15E1-AE0F-D677-1E85-6C3975B022EB}"/>
              </a:ext>
            </a:extLst>
          </p:cNvPr>
          <p:cNvCxnSpPr>
            <a:cxnSpLocks/>
          </p:cNvCxnSpPr>
          <p:nvPr/>
        </p:nvCxnSpPr>
        <p:spPr>
          <a:xfrm>
            <a:off x="2563091" y="5099752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D84BD6-CC2A-7FBF-C67B-510941235FC4}"/>
              </a:ext>
            </a:extLst>
          </p:cNvPr>
          <p:cNvCxnSpPr>
            <a:cxnSpLocks/>
          </p:cNvCxnSpPr>
          <p:nvPr/>
        </p:nvCxnSpPr>
        <p:spPr>
          <a:xfrm flipH="1">
            <a:off x="2479963" y="4710545"/>
            <a:ext cx="6772721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988086-47B0-D0C8-60F0-3F8EA3672130}"/>
              </a:ext>
            </a:extLst>
          </p:cNvPr>
          <p:cNvCxnSpPr>
            <a:cxnSpLocks/>
          </p:cNvCxnSpPr>
          <p:nvPr/>
        </p:nvCxnSpPr>
        <p:spPr>
          <a:xfrm>
            <a:off x="2535382" y="4467824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16AE42-A357-D779-D37B-0161C32C3357}"/>
              </a:ext>
            </a:extLst>
          </p:cNvPr>
          <p:cNvCxnSpPr>
            <a:cxnSpLocks/>
          </p:cNvCxnSpPr>
          <p:nvPr/>
        </p:nvCxnSpPr>
        <p:spPr>
          <a:xfrm flipH="1">
            <a:off x="2424545" y="5403272"/>
            <a:ext cx="6772721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643C97-3BB6-35B5-2711-6BB4F97DC93D}"/>
              </a:ext>
            </a:extLst>
          </p:cNvPr>
          <p:cNvCxnSpPr>
            <a:cxnSpLocks/>
          </p:cNvCxnSpPr>
          <p:nvPr/>
        </p:nvCxnSpPr>
        <p:spPr>
          <a:xfrm>
            <a:off x="2479963" y="5666509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480567-6B22-E32B-64FE-FFD1B00AD7CA}"/>
              </a:ext>
            </a:extLst>
          </p:cNvPr>
          <p:cNvCxnSpPr>
            <a:cxnSpLocks/>
          </p:cNvCxnSpPr>
          <p:nvPr/>
        </p:nvCxnSpPr>
        <p:spPr>
          <a:xfrm flipH="1">
            <a:off x="2369126" y="6026727"/>
            <a:ext cx="6772721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52F0D6C-CE63-29C5-7481-79A36D5CC10C}"/>
              </a:ext>
            </a:extLst>
          </p:cNvPr>
          <p:cNvSpPr txBox="1"/>
          <p:nvPr/>
        </p:nvSpPr>
        <p:spPr>
          <a:xfrm rot="20167894">
            <a:off x="3435928" y="4684252"/>
            <a:ext cx="559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CLAIM_WORKLIFE</a:t>
            </a:r>
          </a:p>
        </p:txBody>
      </p:sp>
    </p:spTree>
    <p:extLst>
      <p:ext uri="{BB962C8B-B14F-4D97-AF65-F5344CB8AC3E}">
        <p14:creationId xmlns:p14="http://schemas.microsoft.com/office/powerpoint/2010/main" val="15633722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6A68-974F-C43E-0C0F-4CC389D7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three mechanisms leverage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7AD41-669F-F2C4-A547-D7EA4A0B8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always had claims</a:t>
            </a:r>
          </a:p>
          <a:p>
            <a:r>
              <a:rPr lang="en-US" dirty="0"/>
              <a:t>We don’t use them as much as we good</a:t>
            </a:r>
          </a:p>
          <a:p>
            <a:r>
              <a:rPr lang="en-US" dirty="0"/>
              <a:t>Often hidden under the hood</a:t>
            </a:r>
          </a:p>
          <a:p>
            <a:endParaRPr lang="en-US" dirty="0"/>
          </a:p>
          <a:p>
            <a:r>
              <a:rPr lang="en-US" dirty="0"/>
              <a:t>Useful mechanism, trying to get more out them</a:t>
            </a:r>
          </a:p>
        </p:txBody>
      </p:sp>
    </p:spTree>
    <p:extLst>
      <p:ext uri="{BB962C8B-B14F-4D97-AF65-F5344CB8AC3E}">
        <p14:creationId xmlns:p14="http://schemas.microsoft.com/office/powerpoint/2010/main" val="149492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37CD-3AEB-1374-506C-341E829A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OCUs..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96D8D-AD4E-F821-0348-A4FCCF73F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2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shows a beautifully baked savory quiche topped with melted cheese and a sprinkle of parsley, sitting on a white, textured paper plate.&#10;&#10;AI-generated content may be incorrect.">
            <a:extLst>
              <a:ext uri="{FF2B5EF4-FFF2-40B4-BE49-F238E27FC236}">
                <a16:creationId xmlns:a16="http://schemas.microsoft.com/office/drawing/2014/main" id="{2BF2A16F-BD32-22FF-2628-E1B93BBA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71" r="-1" b="12648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AE75E-B645-B3B2-BDE8-9BB52AFF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Problems with existing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48DA-1541-4C5E-647D-D72D2CDD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000"/>
              <a:t>Hard to “reserve” capacity without locking to a single machine</a:t>
            </a:r>
          </a:p>
          <a:p>
            <a:endParaRPr lang="en-US" sz="2000"/>
          </a:p>
          <a:p>
            <a:r>
              <a:rPr lang="en-US" sz="2000"/>
              <a:t>Admin may want some resources out of the negotiator</a:t>
            </a:r>
          </a:p>
          <a:p>
            <a:endParaRPr lang="en-US" sz="2000"/>
          </a:p>
          <a:p>
            <a:r>
              <a:rPr lang="en-US" sz="2000"/>
              <a:t>Fair share is a weak promise about averages over a long time</a:t>
            </a:r>
          </a:p>
        </p:txBody>
      </p:sp>
    </p:spTree>
    <p:extLst>
      <p:ext uri="{BB962C8B-B14F-4D97-AF65-F5344CB8AC3E}">
        <p14:creationId xmlns:p14="http://schemas.microsoft.com/office/powerpoint/2010/main" val="2368800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2F96-408B-F3FD-B8B7-27C8B0BF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OCU – Parking spot with your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BB779-FF7B-A3F2-B482-CCC52A74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 command to grab claim, in the “</a:t>
            </a:r>
            <a:r>
              <a:rPr lang="en-US" dirty="0" err="1"/>
              <a:t>htcondor</a:t>
            </a:r>
            <a:r>
              <a:rPr lang="en-US" dirty="0"/>
              <a:t>” tool</a:t>
            </a:r>
          </a:p>
          <a:p>
            <a:endParaRPr lang="en-US" dirty="0"/>
          </a:p>
          <a:p>
            <a:r>
              <a:rPr lang="en-US" dirty="0"/>
              <a:t>Claim is negotiated for the first time in the usual way for someone</a:t>
            </a:r>
          </a:p>
          <a:p>
            <a:endParaRPr lang="en-US" dirty="0"/>
          </a:p>
          <a:p>
            <a:r>
              <a:rPr lang="en-US" dirty="0"/>
              <a:t>AP holds the claim forever, or until EP crashes/evicts</a:t>
            </a:r>
          </a:p>
          <a:p>
            <a:pPr lvl="1"/>
            <a:r>
              <a:rPr lang="en-US" dirty="0"/>
              <a:t>In which case it grabs another one</a:t>
            </a:r>
          </a:p>
          <a:p>
            <a:endParaRPr lang="en-US" dirty="0"/>
          </a:p>
          <a:p>
            <a:r>
              <a:rPr lang="en-US" dirty="0"/>
              <a:t>Can be explicitly “borrowed”</a:t>
            </a:r>
          </a:p>
        </p:txBody>
      </p:sp>
    </p:spTree>
    <p:extLst>
      <p:ext uri="{BB962C8B-B14F-4D97-AF65-F5344CB8AC3E}">
        <p14:creationId xmlns:p14="http://schemas.microsoft.com/office/powerpoint/2010/main" val="532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75AA-7630-C3AA-46BF-86A05E2C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OCU</a:t>
            </a:r>
          </a:p>
        </p:txBody>
      </p:sp>
      <p:sp>
        <p:nvSpPr>
          <p:cNvPr id="9" name="s_28">
            <a:extLst>
              <a:ext uri="{FF2B5EF4-FFF2-40B4-BE49-F238E27FC236}">
                <a16:creationId xmlns:a16="http://schemas.microsoft.com/office/drawing/2014/main" id="{E128B43E-3E34-1713-99D4-CA8B83FB7C26}"/>
              </a:ext>
            </a:extLst>
          </p:cNvPr>
          <p:cNvSpPr txBox="1"/>
          <p:nvPr/>
        </p:nvSpPr>
        <p:spPr>
          <a:xfrm>
            <a:off x="7220712" y="3913632"/>
            <a:ext cx="4471416" cy="1958531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ocu-request.txt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        = "alice"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RequestCpus   = 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RequestMemory = 16384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RequestDisk   = 10485760</a:t>
            </a:r>
            <a:endParaRPr lang="en-US" sz="20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161DAB-4E1B-E4D5-2788-D83056B44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90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htcondor</a:t>
            </a: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</a:t>
            </a: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 ocu-request.txt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cs typeface="Courier New" pitchFamily="34" charset="-120"/>
              </a:rPr>
              <a:t>OCU created with Id 1729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OCU Id is not a </a:t>
            </a:r>
            <a:r>
              <a:rPr lang="en-US" dirty="0" err="1">
                <a:solidFill>
                  <a:srgbClr val="000000"/>
                </a:solidFill>
                <a:cs typeface="Courier New" pitchFamily="34" charset="-120"/>
              </a:rPr>
              <a:t>jobid</a:t>
            </a: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, but we use the same namespace for it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OCU durable in </a:t>
            </a:r>
            <a:r>
              <a:rPr lang="en-US" dirty="0" err="1">
                <a:solidFill>
                  <a:srgbClr val="000000"/>
                </a:solidFill>
                <a:cs typeface="Courier New" pitchFamily="34" charset="-120"/>
              </a:rPr>
              <a:t>schedd</a:t>
            </a: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, survives reboot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May reconnect on restart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83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_7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OCUs</a:t>
            </a:r>
            <a:endParaRPr lang="en-US" sz="3600" dirty="0"/>
          </a:p>
        </p:txBody>
      </p:sp>
      <p:sp>
        <p:nvSpPr>
          <p:cNvPr id="4" name="s_74"/>
          <p:cNvSpPr txBox="1"/>
          <p:nvPr/>
        </p:nvSpPr>
        <p:spPr>
          <a:xfrm>
            <a:off x="822960" y="1270535"/>
            <a:ext cx="10607040" cy="164592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htcondor ocu query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OCUId  OCUName    Owner  State  CPUs  Memory  Activations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 OCU-101    alice  I      8     32768   42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  OCU-102    alice  R      8     32768   38</a:t>
            </a:r>
            <a:endParaRPr lang="en-US" sz="1700" dirty="0"/>
          </a:p>
        </p:txBody>
      </p:sp>
      <p:sp>
        <p:nvSpPr>
          <p:cNvPr id="5" name="a1_75"/>
          <p:cNvSpPr txBox="1"/>
          <p:nvPr/>
        </p:nvSpPr>
        <p:spPr>
          <a:xfrm>
            <a:off x="822960" y="3154680"/>
            <a:ext cx="10607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htcondor ocu status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 OCUClaimed  OCUClaimedBorrowed  OCUWantedJobs  OCURunningJobs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     10              7               15               3</a:t>
            </a:r>
            <a:endParaRPr lang="en-US" sz="1700" dirty="0"/>
          </a:p>
        </p:txBody>
      </p:sp>
      <p:sp>
        <p:nvSpPr>
          <p:cNvPr id="6" name="a2_76"/>
          <p:cNvSpPr txBox="1"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U unclaimed, I idle, R running.   htcondor ap claims: source = OCU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85C8-8000-2A00-C730-FFCA5448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7440B-2E02-D65C-AE3C-77B37D298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OCUWanted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only run on *your* OCUs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Assuming size of OCU claim matches your request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never run on non-OCU claims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start very quickly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07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9D71-53C0-8705-FB45-C18D37F1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F859-30F3-9B07-2CC5-6971CE41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other peoples’ 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28D6-2298-34CA-D6D0-496861A0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OCUWilling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only run on *your* OCUs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Assuming size of OCU claim matches your request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never run on non-OCU claims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Will start very quickly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611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18C40-95AA-4411-4C4A-29E8491D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CCA4-855F-67D5-6135-E6DD9FAD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an OCU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6DF972-C325-F69C-CAE7-D12D79E3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90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htcondor</a:t>
            </a: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</a:t>
            </a: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remove 1729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cs typeface="Courier New" pitchFamily="34" charset="-120"/>
              </a:rPr>
              <a:t>OCU removed with Id 1729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Removes the OCU (durably)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cs typeface="Courier New" pitchFamily="34" charset="-120"/>
              </a:rPr>
              <a:t>Evicts the job running on the OCU</a:t>
            </a:r>
          </a:p>
          <a:p>
            <a:pPr marL="0" indent="0">
              <a:buNone/>
            </a:pPr>
            <a:r>
              <a:rPr lang="en-US" dirty="0"/>
              <a:t>If the job was an </a:t>
            </a:r>
            <a:r>
              <a:rPr lang="en-US" dirty="0" err="1"/>
              <a:t>OCUWanted</a:t>
            </a:r>
            <a:r>
              <a:rPr lang="en-US" dirty="0"/>
              <a:t> job, will need to wait for another OCU</a:t>
            </a:r>
          </a:p>
        </p:txBody>
      </p:sp>
    </p:spTree>
    <p:extLst>
      <p:ext uri="{BB962C8B-B14F-4D97-AF65-F5344CB8AC3E}">
        <p14:creationId xmlns:p14="http://schemas.microsoft.com/office/powerpoint/2010/main" val="83584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_4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run on an OCU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22960" y="1463040"/>
          <a:ext cx="10607040" cy="340156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OCU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+OCUWanted = 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OCU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 job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else's OCU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+OCUWilling = 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as a borrower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someone else's OCU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 job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 slot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+OCUWanted = 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_43"/>
          <p:cNvSpPr txBox="1"/>
          <p:nvPr/>
        </p:nvSpPr>
        <p:spPr>
          <a:xfrm>
            <a:off x="822960" y="5303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qmgmt.cpp: owner is RemoteOwner, or the job's project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688C-8B86-AB49-0C71-D66BC046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5466"/>
            <a:ext cx="10515600" cy="2852737"/>
          </a:xfrm>
        </p:spPr>
        <p:txBody>
          <a:bodyPr/>
          <a:lstStyle/>
          <a:p>
            <a:r>
              <a:rPr lang="en-US" dirty="0"/>
              <a:t>Slot Bundles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0C4EC-7058-EEC3-E369-7B4FC140C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4529"/>
            <a:ext cx="10515600" cy="567512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49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3F6194-426B-D39B-431A-D9CD3201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6D9B1-0492-5413-5EEB-C5FFBD3B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Need &gt; 1 machine (or slot) all at once</a:t>
            </a:r>
          </a:p>
          <a:p>
            <a:r>
              <a:rPr lang="en-US" dirty="0"/>
              <a:t>Can’t run a job with &lt; N</a:t>
            </a:r>
          </a:p>
          <a:p>
            <a:endParaRPr lang="en-US" dirty="0"/>
          </a:p>
          <a:p>
            <a:r>
              <a:rPr lang="en-US" dirty="0"/>
              <a:t>E.g. some AI training models</a:t>
            </a:r>
          </a:p>
          <a:p>
            <a:r>
              <a:rPr lang="en-US" dirty="0"/>
              <a:t>Client  / Server testing</a:t>
            </a:r>
          </a:p>
          <a:p>
            <a:r>
              <a:rPr lang="en-US" dirty="0"/>
              <a:t>Maybe MPI</a:t>
            </a:r>
          </a:p>
          <a:p>
            <a:r>
              <a:rPr lang="en-US" dirty="0"/>
              <a:t>Some Master – Worker workloads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Synchronization and startup is the responsibility of the job!</a:t>
            </a:r>
          </a:p>
        </p:txBody>
      </p:sp>
    </p:spTree>
    <p:extLst>
      <p:ext uri="{BB962C8B-B14F-4D97-AF65-F5344CB8AC3E}">
        <p14:creationId xmlns:p14="http://schemas.microsoft.com/office/powerpoint/2010/main" val="238262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0063-AE31-43B3-B862-3BB5A626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Can’t we do this already?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7F1D8-455A-4F08-B3D3-25AE8B778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Parallel Universe?</a:t>
            </a:r>
          </a:p>
          <a:p>
            <a:pPr lvl="1"/>
            <a:r>
              <a:rPr lang="en-US" dirty="0"/>
              <a:t>Request setup to dedicate EP to some AP, even when there’s one AP</a:t>
            </a:r>
          </a:p>
          <a:p>
            <a:pPr lvl="1"/>
            <a:r>
              <a:rPr lang="en-US" dirty="0"/>
              <a:t>Always been a bump on the side of the </a:t>
            </a:r>
            <a:r>
              <a:rPr lang="en-US" dirty="0" err="1"/>
              <a:t>schedd</a:t>
            </a:r>
            <a:endParaRPr lang="en-US" dirty="0"/>
          </a:p>
          <a:p>
            <a:pPr lvl="1"/>
            <a:r>
              <a:rPr lang="en-US" dirty="0"/>
              <a:t>Parallel Universe assumes preemption</a:t>
            </a:r>
          </a:p>
          <a:p>
            <a:pPr lvl="1"/>
            <a:endParaRPr lang="en-US" dirty="0"/>
          </a:p>
          <a:p>
            <a:r>
              <a:rPr lang="en-US" dirty="0"/>
              <a:t>What about just queue N and wait</a:t>
            </a:r>
          </a:p>
          <a:p>
            <a:pPr lvl="1"/>
            <a:r>
              <a:rPr lang="en-US" dirty="0"/>
              <a:t>Almost works</a:t>
            </a:r>
          </a:p>
          <a:p>
            <a:pPr lvl="1"/>
            <a:r>
              <a:rPr lang="en-US" dirty="0"/>
              <a:t>Causes deadlocks with multiple submitters</a:t>
            </a:r>
          </a:p>
        </p:txBody>
      </p:sp>
    </p:spTree>
    <p:extLst>
      <p:ext uri="{BB962C8B-B14F-4D97-AF65-F5344CB8AC3E}">
        <p14:creationId xmlns:p14="http://schemas.microsoft.com/office/powerpoint/2010/main" val="1242046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1DD3-8BDE-7B0A-8CA3-62F706F5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the slot bundle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4908-BB49-49FB-B403-D786E772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OCUs, UX is entirely in the job description language</a:t>
            </a:r>
          </a:p>
          <a:p>
            <a:r>
              <a:rPr lang="en-US" dirty="0"/>
              <a:t>Bundle implies a certain priority</a:t>
            </a:r>
          </a:p>
          <a:p>
            <a:endParaRPr lang="en-US" dirty="0"/>
          </a:p>
          <a:p>
            <a:r>
              <a:rPr lang="en-US" dirty="0"/>
              <a:t>Negotiator negotiates for bundles FIFO, before anyone else</a:t>
            </a:r>
          </a:p>
        </p:txBody>
      </p:sp>
      <p:sp>
        <p:nvSpPr>
          <p:cNvPr id="5" name="s_28">
            <a:extLst>
              <a:ext uri="{FF2B5EF4-FFF2-40B4-BE49-F238E27FC236}">
                <a16:creationId xmlns:a16="http://schemas.microsoft.com/office/drawing/2014/main" id="{DC0EA158-712C-AA0E-525E-FC117FFBDFCC}"/>
              </a:ext>
            </a:extLst>
          </p:cNvPr>
          <p:cNvSpPr txBox="1"/>
          <p:nvPr/>
        </p:nvSpPr>
        <p:spPr>
          <a:xfrm>
            <a:off x="7220712" y="3913631"/>
            <a:ext cx="4471416" cy="2722695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20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bundle.sub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Executable    = </a:t>
            </a:r>
            <a:r>
              <a:rPr lang="en-US" sz="2000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gonkulate</a:t>
            </a:r>
            <a:endParaRPr lang="en-US" sz="2000" dirty="0">
              <a:solidFill>
                <a:srgbClr val="00000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RequestCpus   = 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RequestMemory = 16384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RequestDisk   = 10485760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2000" b="1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IsBundle</a:t>
            </a:r>
            <a:r>
              <a:rPr lang="en-US" sz="2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true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cs typeface="Courier New" pitchFamily="34" charset="-120"/>
              </a:rPr>
              <a:t>queue 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959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1B2-A57C-E2FC-3C93-D8F2CCF3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 table based submit</a:t>
            </a:r>
          </a:p>
        </p:txBody>
      </p:sp>
      <p:sp>
        <p:nvSpPr>
          <p:cNvPr id="5" name="s_28">
            <a:extLst>
              <a:ext uri="{FF2B5EF4-FFF2-40B4-BE49-F238E27FC236}">
                <a16:creationId xmlns:a16="http://schemas.microsoft.com/office/drawing/2014/main" id="{9484E838-1975-5510-09B5-8A483DA2F66F}"/>
              </a:ext>
            </a:extLst>
          </p:cNvPr>
          <p:cNvSpPr txBox="1"/>
          <p:nvPr/>
        </p:nvSpPr>
        <p:spPr>
          <a:xfrm>
            <a:off x="376568" y="1595015"/>
            <a:ext cx="11415098" cy="489786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bundle.sub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Executable    =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gonkulate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Arguments     = $(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ProcId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RequestCpus   = 4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RequestMemory = 16G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RequestDisk   = 2G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+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IsBundle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= true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 N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0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7D58F-63D2-3940-3943-D2576A39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63B6-4737-74F3-47B6-013A4B2D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 table based submit</a:t>
            </a:r>
          </a:p>
        </p:txBody>
      </p:sp>
      <p:sp>
        <p:nvSpPr>
          <p:cNvPr id="5" name="s_28">
            <a:extLst>
              <a:ext uri="{FF2B5EF4-FFF2-40B4-BE49-F238E27FC236}">
                <a16:creationId xmlns:a16="http://schemas.microsoft.com/office/drawing/2014/main" id="{165526EB-7644-0778-D0BC-9C2E15D84590}"/>
              </a:ext>
            </a:extLst>
          </p:cNvPr>
          <p:cNvSpPr txBox="1"/>
          <p:nvPr/>
        </p:nvSpPr>
        <p:spPr>
          <a:xfrm>
            <a:off x="376568" y="1595015"/>
            <a:ext cx="11415098" cy="489786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bundle.sub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Executable    =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gonkulate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Arguments     =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--start $(start) –-end $(end) $(f)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RequestCpus   = 4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RequestMemory = 16G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RequestDisk   = 2G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+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IsBundle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= true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 start end num from (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0, 10, “file1”,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11, 200, “file2”,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469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2B35-D7F2-0EA8-F99C-203AF6F3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CE4C-F207-9664-B93A-DB67E1DB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based submit from file</a:t>
            </a:r>
          </a:p>
        </p:txBody>
      </p:sp>
      <p:sp>
        <p:nvSpPr>
          <p:cNvPr id="5" name="s_28">
            <a:extLst>
              <a:ext uri="{FF2B5EF4-FFF2-40B4-BE49-F238E27FC236}">
                <a16:creationId xmlns:a16="http://schemas.microsoft.com/office/drawing/2014/main" id="{0E169DD3-7BDE-8203-4EB5-8BDBBF541427}"/>
              </a:ext>
            </a:extLst>
          </p:cNvPr>
          <p:cNvSpPr txBox="1"/>
          <p:nvPr/>
        </p:nvSpPr>
        <p:spPr>
          <a:xfrm>
            <a:off x="376568" y="1595015"/>
            <a:ext cx="11415098" cy="489786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bundle.sub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Executable    =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gonkulate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Arguments     =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--start $(start) –-end $(end) $(f)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RequestCpus   = 4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RequestMemory = 16G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RequestDisk   = 2G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+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IsBundle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   = true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queue start end num table_file.txt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39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295CE-E896-8BE0-7F19-C7460A4B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2A93-9511-888F-B806-42FC90D0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table_file.txt looks like</a:t>
            </a:r>
          </a:p>
        </p:txBody>
      </p:sp>
      <p:sp>
        <p:nvSpPr>
          <p:cNvPr id="5" name="s_28">
            <a:extLst>
              <a:ext uri="{FF2B5EF4-FFF2-40B4-BE49-F238E27FC236}">
                <a16:creationId xmlns:a16="http://schemas.microsoft.com/office/drawing/2014/main" id="{58EC2E4F-898F-3ED1-2A64-5EA84ECAC589}"/>
              </a:ext>
            </a:extLst>
          </p:cNvPr>
          <p:cNvSpPr txBox="1"/>
          <p:nvPr/>
        </p:nvSpPr>
        <p:spPr>
          <a:xfrm>
            <a:off x="376568" y="1595015"/>
            <a:ext cx="11415098" cy="2199063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</a:ln>
        </p:spPr>
        <p:txBody>
          <a:bodyPr wrap="square" lIns="101600" tIns="127000" rIns="127000" bIns="10160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Sadly, table format does not support comments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0, 10, “file1”,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11, 200, “file2”,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201, 400, “file3”,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394398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3CD6-C11E-2418-0E8A-A06BE9AF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ACE88B27-E004-8E86-7DF6-1C6BDFC6F5BD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62D5BE7-7C7E-6EC7-DA7A-5AAB4DE9F6E0}"/>
              </a:ext>
            </a:extLst>
          </p:cNvPr>
          <p:cNvSpPr/>
          <p:nvPr/>
        </p:nvSpPr>
        <p:spPr>
          <a:xfrm>
            <a:off x="8457623" y="287732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3E5353-536A-87E4-B0D1-6806CF696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232528"/>
              </p:ext>
            </p:extLst>
          </p:nvPr>
        </p:nvGraphicFramePr>
        <p:xfrm>
          <a:off x="1907309" y="2859578"/>
          <a:ext cx="104370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709">
                  <a:extLst>
                    <a:ext uri="{9D8B030D-6E8A-4147-A177-3AD203B41FA5}">
                      <a16:colId xmlns:a16="http://schemas.microsoft.com/office/drawing/2014/main" val="452048542"/>
                    </a:ext>
                  </a:extLst>
                </a:gridCol>
              </a:tblGrid>
              <a:tr h="356755">
                <a:tc>
                  <a:txBody>
                    <a:bodyPr/>
                    <a:lstStyle/>
                    <a:p>
                      <a:r>
                        <a:rPr lang="en-US" dirty="0"/>
                        <a:t>Bundle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638036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509792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292526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34045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E279233-0E84-3CC0-61B8-17EE356EA3D7}"/>
              </a:ext>
            </a:extLst>
          </p:cNvPr>
          <p:cNvSpPr/>
          <p:nvPr/>
        </p:nvSpPr>
        <p:spPr>
          <a:xfrm>
            <a:off x="9638459" y="5986878"/>
            <a:ext cx="491440" cy="354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58E18F-A0AD-5750-2FC5-3B01F87B6F66}"/>
              </a:ext>
            </a:extLst>
          </p:cNvPr>
          <p:cNvSpPr/>
          <p:nvPr/>
        </p:nvSpPr>
        <p:spPr>
          <a:xfrm>
            <a:off x="10709959" y="5822860"/>
            <a:ext cx="491440" cy="354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FC7920-CEAA-2814-AA2F-D90369C2F671}"/>
              </a:ext>
            </a:extLst>
          </p:cNvPr>
          <p:cNvSpPr/>
          <p:nvPr/>
        </p:nvSpPr>
        <p:spPr>
          <a:xfrm>
            <a:off x="10159439" y="5859094"/>
            <a:ext cx="491440" cy="354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EP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109E7D8-932C-FBC7-D852-319076859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03346"/>
              </p:ext>
            </p:extLst>
          </p:nvPr>
        </p:nvGraphicFramePr>
        <p:xfrm>
          <a:off x="1907309" y="5048703"/>
          <a:ext cx="1600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452048542"/>
                    </a:ext>
                  </a:extLst>
                </a:gridCol>
              </a:tblGrid>
              <a:tr h="356755">
                <a:tc>
                  <a:txBody>
                    <a:bodyPr/>
                    <a:lstStyle/>
                    <a:p>
                      <a:r>
                        <a:rPr lang="en-US" dirty="0" err="1"/>
                        <a:t>autocluster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638036"/>
                  </a:ext>
                </a:extLst>
              </a:tr>
              <a:tr h="3567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50979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0A9E775-7BBA-A7DD-072B-F438BD151BC2}"/>
              </a:ext>
            </a:extLst>
          </p:cNvPr>
          <p:cNvSpPr/>
          <p:nvPr/>
        </p:nvSpPr>
        <p:spPr>
          <a:xfrm>
            <a:off x="11260479" y="5872091"/>
            <a:ext cx="491440" cy="354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EP</a:t>
            </a: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4B4ED487-6C13-C9B4-AD0C-E65DBB8347D4}"/>
              </a:ext>
            </a:extLst>
          </p:cNvPr>
          <p:cNvSpPr/>
          <p:nvPr/>
        </p:nvSpPr>
        <p:spPr>
          <a:xfrm>
            <a:off x="2707409" y="2697480"/>
            <a:ext cx="1717964" cy="1463040"/>
          </a:xfrm>
          <a:prstGeom prst="star5">
            <a:avLst>
              <a:gd name="adj" fmla="val 29377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Start!</a:t>
            </a:r>
          </a:p>
        </p:txBody>
      </p:sp>
    </p:spTree>
    <p:extLst>
      <p:ext uri="{BB962C8B-B14F-4D97-AF65-F5344CB8AC3E}">
        <p14:creationId xmlns:p14="http://schemas.microsoft.com/office/powerpoint/2010/main" val="4087751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54843 -0.4298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22" y="-2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0589E-17 3.7037E-6 L 0.49453 -0.3115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88" y="-1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9 0.00741 L -0.05951 -0.7236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-3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51 -0.72361 L -0.56862 -0.4136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56" y="1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-0.08555 -0.6416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84" y="-3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555 -0.64166 L -0.61133 -0.3386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89" y="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33333E-6 L -0.10808 -0.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4" y="-3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073 -0.63634 L -0.65651 -0.2747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89" y="1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453 -0.31157 L -1.875E-6 -1.48148E-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35" y="1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0.02408 L -0.15469 -0.51643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69" y="-2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  <p:bldP spid="13" grpId="0" animBg="1"/>
      <p:bldP spid="13" grpId="1" animBg="1"/>
      <p:bldP spid="15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9ECF-02D8-0C2E-08A7-37CE620E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Bundle jobs are just jobs…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28100-2BD2-8B60-6425-1D859C7E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 user log</a:t>
            </a:r>
          </a:p>
          <a:p>
            <a:r>
              <a:rPr lang="en-US" dirty="0"/>
              <a:t>Can be (most any) universe: docker, container, </a:t>
            </a:r>
            <a:r>
              <a:rPr lang="en-US" dirty="0" err="1"/>
              <a:t>vm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(not parallel, local, scheduler or grid)</a:t>
            </a:r>
          </a:p>
          <a:p>
            <a:r>
              <a:rPr lang="en-US" dirty="0"/>
              <a:t>Can be removed, etc.</a:t>
            </a:r>
          </a:p>
          <a:p>
            <a:endParaRPr lang="en-US" dirty="0"/>
          </a:p>
          <a:p>
            <a:r>
              <a:rPr lang="en-US" dirty="0"/>
              <a:t>When the last job in the bundle exits, the bundle is destroyed</a:t>
            </a:r>
          </a:p>
        </p:txBody>
      </p:sp>
    </p:spTree>
    <p:extLst>
      <p:ext uri="{BB962C8B-B14F-4D97-AF65-F5344CB8AC3E}">
        <p14:creationId xmlns:p14="http://schemas.microsoft.com/office/powerpoint/2010/main" val="242916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B7EA-B3BB-D1B6-26C5-F945C4D4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Bundle gotchas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6CD6D-7B33-B8C0-D02E-C15B9427B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Gated by </a:t>
            </a:r>
            <a:r>
              <a:rPr lang="en-US" b="1" dirty="0"/>
              <a:t>ENABLE_SLOT_BUNDLES </a:t>
            </a:r>
            <a:r>
              <a:rPr lang="en-US" dirty="0"/>
              <a:t>in AP</a:t>
            </a:r>
          </a:p>
          <a:p>
            <a:r>
              <a:rPr lang="en-US" dirty="0"/>
              <a:t>Implemented in 26.2, needs AP and CM to work</a:t>
            </a:r>
          </a:p>
          <a:p>
            <a:r>
              <a:rPr lang="en-US" dirty="0"/>
              <a:t>If one slot is evicted, others stay running (bug?  Feature?)</a:t>
            </a:r>
          </a:p>
        </p:txBody>
      </p:sp>
    </p:spTree>
    <p:extLst>
      <p:ext uri="{BB962C8B-B14F-4D97-AF65-F5344CB8AC3E}">
        <p14:creationId xmlns:p14="http://schemas.microsoft.com/office/powerpoint/2010/main" val="967640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F511-A5DB-AC19-27D1-2B462FC2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--- </a:t>
            </a:r>
            <a:r>
              <a:rPr lang="en-US" dirty="0" err="1"/>
              <a:t>startd</a:t>
            </a:r>
            <a:r>
              <a:rPr lang="en-US" dirty="0"/>
              <a:t> rehoming</a:t>
            </a:r>
          </a:p>
        </p:txBody>
      </p:sp>
    </p:spTree>
    <p:extLst>
      <p:ext uri="{BB962C8B-B14F-4D97-AF65-F5344CB8AC3E}">
        <p14:creationId xmlns:p14="http://schemas.microsoft.com/office/powerpoint/2010/main" val="2292950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7BE2-DD69-B62E-AB9E-1BD9B2B4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B0829F-CF8E-79B7-1B0B-45540DAE6D5E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60E55402-8F66-F3BB-3ABE-BF0D57234747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EBBAEF55-899A-2D1A-0E95-4B94583F3AFB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5E232-D9FD-6753-D675-68DC35017959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08ABD22-6A77-8D81-5A77-797E9615C700}"/>
              </a:ext>
            </a:extLst>
          </p:cNvPr>
          <p:cNvCxnSpPr>
            <a:cxnSpLocks/>
          </p:cNvCxnSpPr>
          <p:nvPr/>
        </p:nvCxnSpPr>
        <p:spPr>
          <a:xfrm flipH="1">
            <a:off x="2362778" y="1953087"/>
            <a:ext cx="326967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C0F2FC-B2ED-FD4F-A4B7-A1BA68AA39FB}"/>
              </a:ext>
            </a:extLst>
          </p:cNvPr>
          <p:cNvCxnSpPr>
            <a:cxnSpLocks/>
          </p:cNvCxnSpPr>
          <p:nvPr/>
        </p:nvCxnSpPr>
        <p:spPr>
          <a:xfrm>
            <a:off x="2424545" y="5162364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72269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04D7-0DF9-0C4B-8115-F32424A2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CAD858B8-3D1C-9987-4862-33FF32297A6A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BDC0C-8F9C-6F3C-A1E3-8567DF729491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D51506-C3FC-0648-4FCB-26413EC43B6D}"/>
              </a:ext>
            </a:extLst>
          </p:cNvPr>
          <p:cNvCxnSpPr>
            <a:cxnSpLocks/>
          </p:cNvCxnSpPr>
          <p:nvPr/>
        </p:nvCxnSpPr>
        <p:spPr>
          <a:xfrm flipH="1">
            <a:off x="2797791" y="4913194"/>
            <a:ext cx="595042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0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4023-9F17-298E-5102-A012DCF1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56428B3E-A921-83DD-7E10-76C59367431F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AC585-29E8-53AA-9E7A-C570CFEC0D3A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8F3699-41DA-FA43-9FCE-F36B7D8A3766}"/>
              </a:ext>
            </a:extLst>
          </p:cNvPr>
          <p:cNvCxnSpPr>
            <a:cxnSpLocks/>
          </p:cNvCxnSpPr>
          <p:nvPr/>
        </p:nvCxnSpPr>
        <p:spPr>
          <a:xfrm flipH="1">
            <a:off x="2797791" y="4913194"/>
            <a:ext cx="595042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516C5C2-5159-E1DE-DD54-F66F448F636B}"/>
              </a:ext>
            </a:extLst>
          </p:cNvPr>
          <p:cNvSpPr txBox="1"/>
          <p:nvPr/>
        </p:nvSpPr>
        <p:spPr>
          <a:xfrm>
            <a:off x="2593075" y="789972"/>
            <a:ext cx="8488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Startd</a:t>
            </a:r>
            <a:r>
              <a:rPr lang="en-US" sz="4000" dirty="0"/>
              <a:t> Direct Connect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Require admin config on EP</a:t>
            </a:r>
          </a:p>
        </p:txBody>
      </p:sp>
    </p:spTree>
    <p:extLst>
      <p:ext uri="{BB962C8B-B14F-4D97-AF65-F5344CB8AC3E}">
        <p14:creationId xmlns:p14="http://schemas.microsoft.com/office/powerpoint/2010/main" val="3314050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B27D-D31F-18DB-0872-3E0455383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B9758D0B-7153-DCA2-60B1-B4B62F6A9E3E}"/>
              </a:ext>
            </a:extLst>
          </p:cNvPr>
          <p:cNvSpPr/>
          <p:nvPr/>
        </p:nvSpPr>
        <p:spPr>
          <a:xfrm>
            <a:off x="385550" y="3640015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0B644D-C6FC-DD48-3DC1-14ED1686F999}"/>
              </a:ext>
            </a:extLst>
          </p:cNvPr>
          <p:cNvSpPr/>
          <p:nvPr/>
        </p:nvSpPr>
        <p:spPr>
          <a:xfrm>
            <a:off x="8897015" y="4541952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86DD06-1E96-6FDD-9B2F-A26146127076}"/>
              </a:ext>
            </a:extLst>
          </p:cNvPr>
          <p:cNvCxnSpPr>
            <a:cxnSpLocks/>
          </p:cNvCxnSpPr>
          <p:nvPr/>
        </p:nvCxnSpPr>
        <p:spPr>
          <a:xfrm flipH="1">
            <a:off x="2497540" y="5264886"/>
            <a:ext cx="595042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CC061EE-00F3-3C9F-2B4E-9F3E11CB741A}"/>
              </a:ext>
            </a:extLst>
          </p:cNvPr>
          <p:cNvSpPr txBox="1"/>
          <p:nvPr/>
        </p:nvSpPr>
        <p:spPr>
          <a:xfrm>
            <a:off x="0" y="728748"/>
            <a:ext cx="119963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EP “rehoming”</a:t>
            </a:r>
          </a:p>
          <a:p>
            <a:r>
              <a:rPr lang="en-US" sz="4000" dirty="0"/>
              <a:t>	Allows admin to do this in one command</a:t>
            </a:r>
          </a:p>
          <a:p>
            <a:endParaRPr 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htcondor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ep rehome [-reboot] ep ap</a:t>
            </a:r>
          </a:p>
          <a:p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htcondor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ep rehome -cancel</a:t>
            </a:r>
          </a:p>
        </p:txBody>
      </p:sp>
    </p:spTree>
    <p:extLst>
      <p:ext uri="{BB962C8B-B14F-4D97-AF65-F5344CB8AC3E}">
        <p14:creationId xmlns:p14="http://schemas.microsoft.com/office/powerpoint/2010/main" val="2088895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5B0A-3B85-23F5-BBF6-36CB3C32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Slot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3870-ADD4-4EF9-55BA-4EF049F0F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Work in progress, not available yet…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34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5804-6B9C-B5AD-69F3-A5C9B6A0E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9490F4-A5A4-32A4-4FF5-F697BB4023FB}"/>
              </a:ext>
            </a:extLst>
          </p:cNvPr>
          <p:cNvCxnSpPr>
            <a:cxnSpLocks/>
          </p:cNvCxnSpPr>
          <p:nvPr/>
        </p:nvCxnSpPr>
        <p:spPr>
          <a:xfrm flipH="1" flipV="1">
            <a:off x="6774873" y="1953087"/>
            <a:ext cx="242239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ylinder 3">
            <a:extLst>
              <a:ext uri="{FF2B5EF4-FFF2-40B4-BE49-F238E27FC236}">
                <a16:creationId xmlns:a16="http://schemas.microsoft.com/office/drawing/2014/main" id="{96B504CD-570E-BA12-3C87-64E00389E5EC}"/>
              </a:ext>
            </a:extLst>
          </p:cNvPr>
          <p:cNvSpPr/>
          <p:nvPr/>
        </p:nvSpPr>
        <p:spPr>
          <a:xfrm>
            <a:off x="685801" y="3288323"/>
            <a:ext cx="1600200" cy="3217985"/>
          </a:xfrm>
          <a:prstGeom prst="can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F0871FA2-B2C0-B874-2FC5-2893BE4787E6}"/>
              </a:ext>
            </a:extLst>
          </p:cNvPr>
          <p:cNvSpPr/>
          <p:nvPr/>
        </p:nvSpPr>
        <p:spPr>
          <a:xfrm>
            <a:off x="5063259" y="163041"/>
            <a:ext cx="2312377" cy="2312377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278D39-9C03-3F77-55B9-5E4EB58FA066}"/>
              </a:ext>
            </a:extLst>
          </p:cNvPr>
          <p:cNvSpPr/>
          <p:nvPr/>
        </p:nvSpPr>
        <p:spPr>
          <a:xfrm>
            <a:off x="9197266" y="4190260"/>
            <a:ext cx="2698812" cy="19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0859018-FAC4-202E-C523-DC5B45B0CD04}"/>
              </a:ext>
            </a:extLst>
          </p:cNvPr>
          <p:cNvCxnSpPr>
            <a:cxnSpLocks/>
          </p:cNvCxnSpPr>
          <p:nvPr/>
        </p:nvCxnSpPr>
        <p:spPr>
          <a:xfrm flipH="1">
            <a:off x="2362778" y="1953087"/>
            <a:ext cx="3269673" cy="2237173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6448B6-920C-0978-0050-26D0AD7C516D}"/>
              </a:ext>
            </a:extLst>
          </p:cNvPr>
          <p:cNvCxnSpPr>
            <a:cxnSpLocks/>
          </p:cNvCxnSpPr>
          <p:nvPr/>
        </p:nvCxnSpPr>
        <p:spPr>
          <a:xfrm>
            <a:off x="2424545" y="5162364"/>
            <a:ext cx="6661884" cy="0"/>
          </a:xfrm>
          <a:prstGeom prst="straightConnector1">
            <a:avLst/>
          </a:prstGeom>
          <a:ln w="698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455806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149D-F9FB-6A3D-C519-FC4B3A95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552010-D52B-C78E-5D82-F2F5F44F2CEE}"/>
              </a:ext>
            </a:extLst>
          </p:cNvPr>
          <p:cNvSpPr/>
          <p:nvPr/>
        </p:nvSpPr>
        <p:spPr>
          <a:xfrm>
            <a:off x="681062" y="710081"/>
            <a:ext cx="3645277" cy="3452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3C273C7D-3416-541D-21E8-836EB173A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5079" y="819263"/>
            <a:ext cx="1246497" cy="1246497"/>
          </a:xfrm>
          <a:prstGeom prst="rect">
            <a:avLst/>
          </a:prstGeom>
        </p:spPr>
      </p:pic>
      <p:pic>
        <p:nvPicPr>
          <p:cNvPr id="9" name="Graphic 8" descr="Man with solid fill">
            <a:extLst>
              <a:ext uri="{FF2B5EF4-FFF2-40B4-BE49-F238E27FC236}">
                <a16:creationId xmlns:a16="http://schemas.microsoft.com/office/drawing/2014/main" id="{DD3B5880-34AE-7B18-F34C-EEC4806F2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7826" y="2609395"/>
            <a:ext cx="1246497" cy="12464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C04C99-06AB-E937-07D6-EB8A66432567}"/>
              </a:ext>
            </a:extLst>
          </p:cNvPr>
          <p:cNvSpPr txBox="1"/>
          <p:nvPr/>
        </p:nvSpPr>
        <p:spPr>
          <a:xfrm>
            <a:off x="6455391" y="1105469"/>
            <a:ext cx="2825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“Owner”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4C797-2948-DA8E-049D-D1C20254F444}"/>
              </a:ext>
            </a:extLst>
          </p:cNvPr>
          <p:cNvSpPr txBox="1"/>
          <p:nvPr/>
        </p:nvSpPr>
        <p:spPr>
          <a:xfrm>
            <a:off x="6455391" y="2847922"/>
            <a:ext cx="3645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“Job Owner”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0B861-9722-8FB2-832D-E444A9F5C650}"/>
              </a:ext>
            </a:extLst>
          </p:cNvPr>
          <p:cNvSpPr txBox="1"/>
          <p:nvPr/>
        </p:nvSpPr>
        <p:spPr>
          <a:xfrm>
            <a:off x="0" y="5378478"/>
            <a:ext cx="12037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violates the computer science 0 ,1, or N guideline</a:t>
            </a:r>
          </a:p>
        </p:txBody>
      </p:sp>
    </p:spTree>
    <p:extLst>
      <p:ext uri="{BB962C8B-B14F-4D97-AF65-F5344CB8AC3E}">
        <p14:creationId xmlns:p14="http://schemas.microsoft.com/office/powerpoint/2010/main" val="320716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56A7-D0EE-AAA7-EB87-7D14FE02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93CB14-E5F2-3669-DF78-3BE2E359C87F}"/>
              </a:ext>
            </a:extLst>
          </p:cNvPr>
          <p:cNvSpPr/>
          <p:nvPr/>
        </p:nvSpPr>
        <p:spPr>
          <a:xfrm>
            <a:off x="681062" y="710081"/>
            <a:ext cx="3645277" cy="3452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EP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0DF826B0-FB94-B0BB-123B-55E1E06D5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5079" y="150523"/>
            <a:ext cx="1246497" cy="1246497"/>
          </a:xfrm>
          <a:prstGeom prst="rect">
            <a:avLst/>
          </a:prstGeom>
        </p:spPr>
      </p:pic>
      <p:pic>
        <p:nvPicPr>
          <p:cNvPr id="9" name="Graphic 8" descr="Man with solid fill">
            <a:extLst>
              <a:ext uri="{FF2B5EF4-FFF2-40B4-BE49-F238E27FC236}">
                <a16:creationId xmlns:a16="http://schemas.microsoft.com/office/drawing/2014/main" id="{A959483C-BF95-217B-6AA4-917A4B918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6977" y="1865961"/>
            <a:ext cx="1246497" cy="12464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909D47-66E3-13C1-4380-D15A0AF7DB67}"/>
              </a:ext>
            </a:extLst>
          </p:cNvPr>
          <p:cNvSpPr txBox="1"/>
          <p:nvPr/>
        </p:nvSpPr>
        <p:spPr>
          <a:xfrm>
            <a:off x="6455391" y="436729"/>
            <a:ext cx="2825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“Owner”</a:t>
            </a:r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344DBCB1-0D9D-2FA0-478A-E7DF9806F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0226" y="3581400"/>
            <a:ext cx="1246497" cy="1246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46E4CF-0414-446A-6830-5E73EE2C8FE3}"/>
              </a:ext>
            </a:extLst>
          </p:cNvPr>
          <p:cNvSpPr txBox="1"/>
          <p:nvPr/>
        </p:nvSpPr>
        <p:spPr>
          <a:xfrm>
            <a:off x="6607791" y="3819927"/>
            <a:ext cx="3645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“Job Owner”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37F4D-CAFA-660A-99A4-8636FA69F0FE}"/>
              </a:ext>
            </a:extLst>
          </p:cNvPr>
          <p:cNvSpPr txBox="1"/>
          <p:nvPr/>
        </p:nvSpPr>
        <p:spPr>
          <a:xfrm>
            <a:off x="6241576" y="2104488"/>
            <a:ext cx="3645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“Controller”</a:t>
            </a:r>
          </a:p>
        </p:txBody>
      </p:sp>
    </p:spTree>
    <p:extLst>
      <p:ext uri="{BB962C8B-B14F-4D97-AF65-F5344CB8AC3E}">
        <p14:creationId xmlns:p14="http://schemas.microsoft.com/office/powerpoint/2010/main" val="62396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8A51-A54B-9724-2330-00CCED53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controller?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5F9B-9295-A056-66B7-B86D9EA4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Relationship an admin of both AP and EP can set</a:t>
            </a:r>
          </a:p>
          <a:p>
            <a:endParaRPr lang="en-US" dirty="0"/>
          </a:p>
          <a:p>
            <a:r>
              <a:rPr lang="en-US" dirty="0"/>
              <a:t>Is a relationship on a WHOLE EP, not a slot</a:t>
            </a:r>
          </a:p>
          <a:p>
            <a:endParaRPr lang="en-US" dirty="0"/>
          </a:p>
          <a:p>
            <a:r>
              <a:rPr lang="en-US" dirty="0"/>
              <a:t>The AP that “controls” an EP can preempt everyone at any time</a:t>
            </a:r>
          </a:p>
          <a:p>
            <a:endParaRPr lang="en-US" dirty="0"/>
          </a:p>
          <a:p>
            <a:r>
              <a:rPr lang="en-US" dirty="0"/>
              <a:t>But the EP otherwise still works as normal</a:t>
            </a:r>
          </a:p>
        </p:txBody>
      </p:sp>
    </p:spTree>
    <p:extLst>
      <p:ext uri="{BB962C8B-B14F-4D97-AF65-F5344CB8AC3E}">
        <p14:creationId xmlns:p14="http://schemas.microsoft.com/office/powerpoint/2010/main" val="3998986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C07B-AEDC-624C-DE99-F730336C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OCUs, Bundles,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83D14-0305-055F-285F-58A4764AD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three use the existing claim abstraction</a:t>
            </a:r>
          </a:p>
          <a:p>
            <a:endParaRPr lang="en-US" dirty="0"/>
          </a:p>
          <a:p>
            <a:r>
              <a:rPr lang="en-US" dirty="0"/>
              <a:t>Claims have worked well for us for years, but time for new things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Expect more in the future…</a:t>
            </a:r>
          </a:p>
        </p:txBody>
      </p:sp>
    </p:spTree>
    <p:extLst>
      <p:ext uri="{BB962C8B-B14F-4D97-AF65-F5344CB8AC3E}">
        <p14:creationId xmlns:p14="http://schemas.microsoft.com/office/powerpoint/2010/main" val="4037529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416F2-8E4B-4B52-2BF0-26CE37CE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1FE3793-0306-0E60-95D6-5362F6BD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253331"/>
            <a:ext cx="112440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</a:rPr>
              <a:t>Negotiation provisions</a:t>
            </a:r>
          </a:p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</a:rPr>
              <a:t>Schedd schedules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This material is based upon work supported by the National Science Foundation under Grant Nos. 2030508. Any opinions, findings, and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conclusions or recommendations expressed in this material are those of the author(s) and do not necessarily reflect the views of the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National Science Foundation.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256EC-602E-54E0-8B32-4271BA0C0F5D}"/>
              </a:ext>
            </a:extLst>
          </p:cNvPr>
          <p:cNvSpPr txBox="1"/>
          <p:nvPr/>
        </p:nvSpPr>
        <p:spPr>
          <a:xfrm>
            <a:off x="2409467" y="0"/>
            <a:ext cx="7999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dirty="0">
                <a:solidFill>
                  <a:prstClr val="white"/>
                </a:solidFill>
                <a:latin typeface="Aptos" panose="02110004020202020204"/>
              </a:rPr>
              <a:t>Conclusion…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06777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1267</Words>
  <Application>Microsoft Office PowerPoint</Application>
  <PresentationFormat>Widescreen</PresentationFormat>
  <Paragraphs>245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Arial Black</vt:lpstr>
      <vt:lpstr>Calibri</vt:lpstr>
      <vt:lpstr>Courier New</vt:lpstr>
      <vt:lpstr>Office Theme</vt:lpstr>
      <vt:lpstr>AP Scheduling Greg Thain</vt:lpstr>
      <vt:lpstr>3 new mechanisms</vt:lpstr>
      <vt:lpstr>PowerPoint Presentation</vt:lpstr>
      <vt:lpstr>All three mechanisms leverage claims</vt:lpstr>
      <vt:lpstr>OCUs..</vt:lpstr>
      <vt:lpstr>Problems with existing approach</vt:lpstr>
      <vt:lpstr>OCU – Parking spot with your name</vt:lpstr>
      <vt:lpstr>Creating an OCU</vt:lpstr>
      <vt:lpstr>PowerPoint Presentation</vt:lpstr>
      <vt:lpstr>Using OCUs</vt:lpstr>
      <vt:lpstr>Using other peoples’ OCUs</vt:lpstr>
      <vt:lpstr>Removing an OCU</vt:lpstr>
      <vt:lpstr>PowerPoint Presentation</vt:lpstr>
      <vt:lpstr>Slot Bundles</vt:lpstr>
      <vt:lpstr>What’s the problem</vt:lpstr>
      <vt:lpstr>Can’t we do this already?</vt:lpstr>
      <vt:lpstr>Enter the slot bundle</vt:lpstr>
      <vt:lpstr>Reminder:  table based submit</vt:lpstr>
      <vt:lpstr>Reminder:  table based submit</vt:lpstr>
      <vt:lpstr>Table based submit from file</vt:lpstr>
      <vt:lpstr>Where table_file.txt looks like</vt:lpstr>
      <vt:lpstr>PowerPoint Presentation</vt:lpstr>
      <vt:lpstr>Bundle jobs are just jobs…</vt:lpstr>
      <vt:lpstr>Bundle gotchas</vt:lpstr>
      <vt:lpstr>Detour --- startd rehoming</vt:lpstr>
      <vt:lpstr>PowerPoint Presentation</vt:lpstr>
      <vt:lpstr>PowerPoint Presentation</vt:lpstr>
      <vt:lpstr>PowerPoint Presentation</vt:lpstr>
      <vt:lpstr>PowerPoint Presentation</vt:lpstr>
      <vt:lpstr>Slot controllers</vt:lpstr>
      <vt:lpstr>PowerPoint Presentation</vt:lpstr>
      <vt:lpstr>PowerPoint Presentation</vt:lpstr>
      <vt:lpstr>PowerPoint Presentation</vt:lpstr>
      <vt:lpstr>What is a controller?</vt:lpstr>
      <vt:lpstr>OCUs, Bundles, Controllers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G Thain</dc:creator>
  <cp:lastModifiedBy>Greg Thain</cp:lastModifiedBy>
  <cp:revision>37</cp:revision>
  <dcterms:created xsi:type="dcterms:W3CDTF">2025-05-22T15:38:10Z</dcterms:created>
  <dcterms:modified xsi:type="dcterms:W3CDTF">2026-09-27T03:02:41Z</dcterms:modified>
</cp:coreProperties>
</file>